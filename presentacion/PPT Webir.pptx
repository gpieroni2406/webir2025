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embeddedFontLst>
    <p:embeddedFont>
      <p:font typeface="Roboto"/>
      <p:regular r:id="rId35"/>
      <p:bold r:id="rId36"/>
      <p:italic r:id="rId37"/>
      <p:boldItalic r:id="rId38"/>
    </p:embeddedFont>
    <p:embeddedFont>
      <p:font typeface="Fira Sans"/>
      <p:regular r:id="rId39"/>
      <p:bold r:id="rId40"/>
      <p:italic r:id="rId41"/>
      <p:boldItalic r:id="rId42"/>
    </p:embeddedFont>
    <p:embeddedFont>
      <p:font typeface="Roboto Light"/>
      <p:regular r:id="rId43"/>
      <p:bold r:id="rId44"/>
      <p:italic r:id="rId45"/>
      <p:boldItalic r:id="rId46"/>
    </p:embeddedFont>
    <p:embeddedFont>
      <p:font typeface="Century Gothic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FiraSans-bold.fntdata"/><Relationship Id="rId42" Type="http://schemas.openxmlformats.org/officeDocument/2006/relationships/font" Target="fonts/FiraSans-boldItalic.fntdata"/><Relationship Id="rId41" Type="http://schemas.openxmlformats.org/officeDocument/2006/relationships/font" Target="fonts/FiraSans-italic.fntdata"/><Relationship Id="rId44" Type="http://schemas.openxmlformats.org/officeDocument/2006/relationships/font" Target="fonts/RobotoLight-bold.fntdata"/><Relationship Id="rId43" Type="http://schemas.openxmlformats.org/officeDocument/2006/relationships/font" Target="fonts/RobotoLight-regular.fntdata"/><Relationship Id="rId46" Type="http://schemas.openxmlformats.org/officeDocument/2006/relationships/font" Target="fonts/RobotoLight-boldItalic.fntdata"/><Relationship Id="rId45" Type="http://schemas.openxmlformats.org/officeDocument/2006/relationships/font" Target="fonts/RobotoLigh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CenturyGothic-bold.fntdata"/><Relationship Id="rId47" Type="http://schemas.openxmlformats.org/officeDocument/2006/relationships/font" Target="fonts/CenturyGothic-regular.fntdata"/><Relationship Id="rId49" Type="http://schemas.openxmlformats.org/officeDocument/2006/relationships/font" Target="fonts/CenturyGothic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font" Target="fonts/Roboto-regular.fntdata"/><Relationship Id="rId34" Type="http://schemas.openxmlformats.org/officeDocument/2006/relationships/slide" Target="slides/slide29.xml"/><Relationship Id="rId37" Type="http://schemas.openxmlformats.org/officeDocument/2006/relationships/font" Target="fonts/Roboto-italic.fntdata"/><Relationship Id="rId36" Type="http://schemas.openxmlformats.org/officeDocument/2006/relationships/font" Target="fonts/Roboto-bold.fntdata"/><Relationship Id="rId39" Type="http://schemas.openxmlformats.org/officeDocument/2006/relationships/font" Target="fonts/FiraSans-regular.fntdata"/><Relationship Id="rId38" Type="http://schemas.openxmlformats.org/officeDocument/2006/relationships/font" Target="fonts/Roboto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schemas.openxmlformats.org/officeDocument/2006/relationships/font" Target="fonts/CenturyGothic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523297abd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523297abd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523297abd1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523297abd1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5237d4dbf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5237d4dbf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5237d4dbfb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5237d4dbfb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5237d4dbfb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5237d4dbfb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5237d4dbfb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5237d4dbfb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523297abd1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523297abd1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523297abd1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523297abd1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5237d4dbfb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5237d4dbfb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5237d4dbfb_1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5237d4dbfb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523297abd1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523297abd1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523297abd1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523297abd1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523297abd1_0_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523297abd1_0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523297abd1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523297abd1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523297abd1_0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523297abd1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523297abd1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523297abd1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523297abd1_0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523297abd1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523297abd1_0_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523297abd1_0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523297abd1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523297abd1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523297abd1_0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523297abd1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523297abd1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523297abd1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5241f4aa71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5241f4aa7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5241f4aa71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5241f4aa71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5241f4aa71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35241f4aa71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523297abd1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523297abd1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523297abd1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523297abd1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2d58df63a1f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2d58df63a1f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2d58df63a1f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2d58df63a1f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9.jpg"/><Relationship Id="rId4" Type="http://schemas.openxmlformats.org/officeDocument/2006/relationships/image" Target="../media/image20.jpg"/><Relationship Id="rId5" Type="http://schemas.openxmlformats.org/officeDocument/2006/relationships/image" Target="../media/image2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9.jpg"/><Relationship Id="rId4" Type="http://schemas.openxmlformats.org/officeDocument/2006/relationships/image" Target="../media/image20.jpg"/><Relationship Id="rId5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jpg"/><Relationship Id="rId4" Type="http://schemas.openxmlformats.org/officeDocument/2006/relationships/image" Target="../media/image20.jpg"/><Relationship Id="rId5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2.jpg"/><Relationship Id="rId6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1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13.jpg"/><Relationship Id="rId5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Relationship Id="rId4" Type="http://schemas.openxmlformats.org/officeDocument/2006/relationships/image" Target="../media/image24.jpg"/><Relationship Id="rId5" Type="http://schemas.openxmlformats.org/officeDocument/2006/relationships/image" Target="../media/image15.png"/><Relationship Id="rId6" Type="http://schemas.openxmlformats.org/officeDocument/2006/relationships/image" Target="../media/image13.jpg"/><Relationship Id="rId7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Relationship Id="rId4" Type="http://schemas.openxmlformats.org/officeDocument/2006/relationships/image" Target="../media/image24.jpg"/><Relationship Id="rId5" Type="http://schemas.openxmlformats.org/officeDocument/2006/relationships/image" Target="../media/image15.png"/><Relationship Id="rId6" Type="http://schemas.openxmlformats.org/officeDocument/2006/relationships/image" Target="../media/image13.jpg"/><Relationship Id="rId7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6.png"/><Relationship Id="rId6" Type="http://schemas.openxmlformats.org/officeDocument/2006/relationships/image" Target="../media/image33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4.jpg"/><Relationship Id="rId4" Type="http://schemas.openxmlformats.org/officeDocument/2006/relationships/image" Target="../media/image2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4.jpg"/><Relationship Id="rId4" Type="http://schemas.openxmlformats.org/officeDocument/2006/relationships/image" Target="../media/image27.png"/><Relationship Id="rId5" Type="http://schemas.openxmlformats.org/officeDocument/2006/relationships/image" Target="../media/image2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jpg"/><Relationship Id="rId4" Type="http://schemas.openxmlformats.org/officeDocument/2006/relationships/image" Target="../media/image32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9.jpg"/><Relationship Id="rId4" Type="http://schemas.openxmlformats.org/officeDocument/2006/relationships/image" Target="../media/image20.jpg"/><Relationship Id="rId5" Type="http://schemas.openxmlformats.org/officeDocument/2006/relationships/image" Target="../media/image2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293475"/>
            <a:ext cx="8222100" cy="114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3120">
                <a:latin typeface="Roboto Light"/>
                <a:ea typeface="Roboto Light"/>
                <a:cs typeface="Roboto Light"/>
                <a:sym typeface="Roboto Light"/>
              </a:rPr>
              <a:t>Detección Automática de Malezas en Imágenes de Plantas</a:t>
            </a:r>
            <a:endParaRPr sz="312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100" y="2792030"/>
            <a:ext cx="8222100" cy="22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Recuperación de Información y Recomendaciones en la Web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Grupo 02 – Curso 2025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Facultad de Ingeniería, UDELAR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5242850" y="1184600"/>
            <a:ext cx="2980500" cy="1314600"/>
          </a:xfrm>
          <a:prstGeom prst="rect">
            <a:avLst/>
          </a:prstGeom>
          <a:solidFill>
            <a:srgbClr val="052F6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" name="Google Shape;92;p14"/>
          <p:cNvSpPr txBox="1"/>
          <p:nvPr>
            <p:ph type="title"/>
          </p:nvPr>
        </p:nvSpPr>
        <p:spPr>
          <a:xfrm>
            <a:off x="307675" y="111122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s-419" sz="1820">
                <a:latin typeface="Roboto Light"/>
                <a:ea typeface="Roboto Light"/>
                <a:cs typeface="Roboto Light"/>
                <a:sym typeface="Roboto Light"/>
              </a:rPr>
              <a:t>Detección Automática de Malezas en Imágenes de Plantas</a:t>
            </a:r>
            <a:endParaRPr sz="172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307675" y="839838"/>
            <a:ext cx="4082700" cy="4250100"/>
          </a:xfrm>
          <a:prstGeom prst="rect">
            <a:avLst/>
          </a:prstGeom>
          <a:solidFill>
            <a:srgbClr val="052F6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8770" lvl="0" marL="457200" marR="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Clr>
                <a:schemeClr val="lt1"/>
              </a:buClr>
              <a:buSzPts val="1420"/>
              <a:buFont typeface="Roboto Light"/>
              <a:buAutoNum type="arabicPeriod"/>
            </a:pPr>
            <a:r>
              <a:rPr lang="es-419" sz="142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Problema</a:t>
            </a:r>
            <a:endParaRPr sz="142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285750" marR="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1.1 Motivación</a:t>
            </a:r>
            <a:endParaRPr sz="142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285750" marR="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1.2 Introducción </a:t>
            </a:r>
            <a:endParaRPr sz="142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285750" marR="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1.3 Objetivos</a:t>
            </a:r>
            <a:endParaRPr sz="142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285750" marR="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1.4 </a:t>
            </a:r>
            <a:r>
              <a:rPr lang="es-419" sz="142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Desafíos</a:t>
            </a:r>
            <a:endParaRPr sz="142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2.      Solución </a:t>
            </a:r>
            <a:endParaRPr sz="142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2.1 Arquitectura y herramientas</a:t>
            </a:r>
            <a:endParaRPr sz="142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2.2 Dónde entra la RI?</a:t>
            </a:r>
            <a:endParaRPr sz="142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2.3 Redes Neuronales</a:t>
            </a:r>
            <a:endParaRPr sz="142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2.4 Datasets</a:t>
            </a:r>
            <a:endParaRPr sz="142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2.5 Modelos clasificadores</a:t>
            </a:r>
            <a:endParaRPr sz="142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	2.5.1 YOLO, Faster R-CNN y SSD</a:t>
            </a:r>
            <a:endParaRPr sz="142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2.6 Resultados y evaluación </a:t>
            </a:r>
            <a:endParaRPr sz="142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3.      Conclusiones</a:t>
            </a:r>
            <a:endParaRPr sz="142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94" name="Google Shape;94;p14" title="problema-solucio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9975" y="1250150"/>
            <a:ext cx="2809452" cy="11701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/>
          <p:nvPr/>
        </p:nvSpPr>
        <p:spPr>
          <a:xfrm>
            <a:off x="4572000" y="2896550"/>
            <a:ext cx="2285100" cy="1742100"/>
          </a:xfrm>
          <a:prstGeom prst="rect">
            <a:avLst/>
          </a:prstGeom>
          <a:solidFill>
            <a:srgbClr val="052F6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6" name="Google Shape;96;p14" title="diente-de-leon-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9838" y="2980150"/>
            <a:ext cx="2104866" cy="15786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/>
          <p:nvPr/>
        </p:nvSpPr>
        <p:spPr>
          <a:xfrm>
            <a:off x="6855450" y="3553825"/>
            <a:ext cx="802500" cy="46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23046"/>
          </a:solidFill>
          <a:ln cap="flat" cmpd="sng" w="9525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5563850" y="3072350"/>
            <a:ext cx="1039500" cy="1253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4715500" y="3164050"/>
            <a:ext cx="1039500" cy="1253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0" name="Google Shape;100;p14" title="Flat_tick_icon.svg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48700" y="3350079"/>
            <a:ext cx="838799" cy="838799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7678950" y="4138750"/>
            <a:ext cx="97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Maleza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5242850" y="1184600"/>
            <a:ext cx="2980500" cy="1314600"/>
          </a:xfrm>
          <a:prstGeom prst="rect">
            <a:avLst/>
          </a:prstGeom>
          <a:solidFill>
            <a:srgbClr val="052F6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15"/>
          <p:cNvSpPr txBox="1"/>
          <p:nvPr>
            <p:ph type="title"/>
          </p:nvPr>
        </p:nvSpPr>
        <p:spPr>
          <a:xfrm>
            <a:off x="307675" y="111122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s-419" sz="1820">
                <a:latin typeface="Roboto Light"/>
                <a:ea typeface="Roboto Light"/>
                <a:cs typeface="Roboto Light"/>
                <a:sym typeface="Roboto Light"/>
              </a:rPr>
              <a:t>Detección Automática de Malezas en Imágenes de Plantas</a:t>
            </a:r>
            <a:endParaRPr sz="172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307675" y="839838"/>
            <a:ext cx="4082700" cy="4250100"/>
          </a:xfrm>
          <a:prstGeom prst="rect">
            <a:avLst/>
          </a:prstGeom>
          <a:solidFill>
            <a:srgbClr val="052F6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8770" lvl="0" marL="457200" marR="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Clr>
                <a:srgbClr val="FFFF00"/>
              </a:buClr>
              <a:buSzPts val="1420"/>
              <a:buFont typeface="Roboto Light"/>
              <a:buAutoNum type="arabicPeriod"/>
            </a:pPr>
            <a:r>
              <a:rPr lang="es-419" sz="1420">
                <a:solidFill>
                  <a:srgbClr val="FFFF00"/>
                </a:solidFill>
                <a:latin typeface="Roboto Light"/>
                <a:ea typeface="Roboto Light"/>
                <a:cs typeface="Roboto Light"/>
                <a:sym typeface="Roboto Light"/>
              </a:rPr>
              <a:t>Problema</a:t>
            </a:r>
            <a:endParaRPr sz="1420">
              <a:solidFill>
                <a:srgbClr val="FFFF00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285750" marR="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1.1 Motivación</a:t>
            </a:r>
            <a:endParaRPr sz="142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285750" marR="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1.2 Introducción </a:t>
            </a:r>
            <a:endParaRPr sz="142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285750" marR="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1.3 Objetivos</a:t>
            </a:r>
            <a:endParaRPr sz="142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285750" marR="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1.4 Desafíos</a:t>
            </a:r>
            <a:endParaRPr sz="142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2.      Solución </a:t>
            </a:r>
            <a:endParaRPr sz="142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2.1 Arquitectura y herramientas</a:t>
            </a:r>
            <a:endParaRPr sz="142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2.2 Dónde entra la RI?</a:t>
            </a:r>
            <a:endParaRPr sz="142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2.3 Redes Neuronales</a:t>
            </a:r>
            <a:endParaRPr sz="142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2.4 Datasets</a:t>
            </a:r>
            <a:endParaRPr sz="142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2.5 Modelos clasificadores</a:t>
            </a:r>
            <a:endParaRPr sz="142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	2.5.1 YOLO, Faster R-CNN y SSD</a:t>
            </a:r>
            <a:endParaRPr sz="142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2.6 Resultados y evaluación </a:t>
            </a:r>
            <a:endParaRPr sz="142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3.      Conclusiones</a:t>
            </a:r>
            <a:endParaRPr sz="142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09" name="Google Shape;109;p15" title="problema-solucio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9975" y="1250150"/>
            <a:ext cx="2809452" cy="1170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/>
          <p:nvPr/>
        </p:nvSpPr>
        <p:spPr>
          <a:xfrm>
            <a:off x="4572000" y="2896550"/>
            <a:ext cx="2285100" cy="1742100"/>
          </a:xfrm>
          <a:prstGeom prst="rect">
            <a:avLst/>
          </a:prstGeom>
          <a:solidFill>
            <a:srgbClr val="052F6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1" name="Google Shape;111;p15" title="diente-de-leon-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9838" y="2980150"/>
            <a:ext cx="2104866" cy="157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/>
          <p:nvPr/>
        </p:nvSpPr>
        <p:spPr>
          <a:xfrm>
            <a:off x="6855450" y="3553825"/>
            <a:ext cx="802500" cy="46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23046"/>
          </a:solidFill>
          <a:ln cap="flat" cmpd="sng" w="9525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5563850" y="3072350"/>
            <a:ext cx="1039500" cy="1253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4715500" y="3164050"/>
            <a:ext cx="1039500" cy="1253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5" name="Google Shape;115;p15" title="Flat_tick_icon.svg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48700" y="3350079"/>
            <a:ext cx="838799" cy="838799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7678950" y="4138750"/>
            <a:ext cx="97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Maleza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>
            <p:ph type="title"/>
          </p:nvPr>
        </p:nvSpPr>
        <p:spPr>
          <a:xfrm>
            <a:off x="307675" y="101322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latin typeface="Roboto Light"/>
                <a:ea typeface="Roboto Light"/>
                <a:cs typeface="Roboto Light"/>
                <a:sym typeface="Roboto Light"/>
              </a:rPr>
              <a:t>1.1 </a:t>
            </a:r>
            <a:r>
              <a:rPr lang="es-419" sz="1420">
                <a:latin typeface="Roboto Light"/>
                <a:ea typeface="Roboto Light"/>
                <a:cs typeface="Roboto Light"/>
                <a:sym typeface="Roboto Light"/>
              </a:rPr>
              <a:t>Motivación</a:t>
            </a:r>
            <a:endParaRPr sz="172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307675" y="1151250"/>
            <a:ext cx="5985300" cy="2993700"/>
          </a:xfrm>
          <a:prstGeom prst="rect">
            <a:avLst/>
          </a:prstGeom>
          <a:solidFill>
            <a:srgbClr val="052F6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b="1"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Las malezas representan una de las principales amenazas para los cultivos</a:t>
            </a:r>
            <a:r>
              <a:rPr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compitiendo con los cultivos por agua, luz y nutrientes, lo que reduce significativamente el rendimiento agrícola.</a:t>
            </a:r>
            <a:br>
              <a:rPr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b="1"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Detectarlas de forma temprana y precisa es clave</a:t>
            </a:r>
            <a:r>
              <a:rPr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pero hacerlo manualmente implica altos costos de tiempo, personal y recursos.</a:t>
            </a:r>
            <a:br>
              <a:rPr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b="1"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 inteligencia artificial, en particular la visión por computadora</a:t>
            </a:r>
            <a:r>
              <a:rPr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ofrece una oportunidad para automatizar este proceso de manera eficiente, rápida y escalable.</a:t>
            </a:r>
            <a:br>
              <a:rPr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Aplicaciones accesibles desde un navegador</a:t>
            </a:r>
            <a:r>
              <a:rPr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permiten acercar estas tecnologías a usuarios reales, incluso en entornos con recursos limitados.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3" name="Google Shape;123;p16"/>
          <p:cNvPicPr preferRelativeResize="0"/>
          <p:nvPr/>
        </p:nvPicPr>
        <p:blipFill rotWithShape="1">
          <a:blip r:embed="rId3">
            <a:alphaModFix/>
          </a:blip>
          <a:srcRect b="0" l="0" r="1883" t="4461"/>
          <a:stretch/>
        </p:blipFill>
        <p:spPr>
          <a:xfrm>
            <a:off x="6480825" y="1760858"/>
            <a:ext cx="1230350" cy="908817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/>
          <p:nvPr/>
        </p:nvSpPr>
        <p:spPr>
          <a:xfrm>
            <a:off x="7872775" y="2157258"/>
            <a:ext cx="201600" cy="167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8074375" y="1879138"/>
            <a:ext cx="20220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$$$</a:t>
            </a:r>
            <a:endParaRPr sz="35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6" name="Google Shape;126;p16" title="OLSR3FSS4FE4FO7QCULLSFIUDA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2975" y="3261450"/>
            <a:ext cx="2851024" cy="1882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 txBox="1"/>
          <p:nvPr>
            <p:ph type="title"/>
          </p:nvPr>
        </p:nvSpPr>
        <p:spPr>
          <a:xfrm>
            <a:off x="307675" y="111122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latin typeface="Roboto Light"/>
                <a:ea typeface="Roboto Light"/>
                <a:cs typeface="Roboto Light"/>
                <a:sym typeface="Roboto Light"/>
              </a:rPr>
              <a:t>1.2 </a:t>
            </a:r>
            <a:r>
              <a:rPr lang="es-419" sz="1420">
                <a:latin typeface="Roboto Light"/>
                <a:ea typeface="Roboto Light"/>
                <a:cs typeface="Roboto Light"/>
                <a:sym typeface="Roboto Light"/>
              </a:rPr>
              <a:t>Introducción </a:t>
            </a:r>
            <a:endParaRPr sz="172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377850" y="949925"/>
            <a:ext cx="6373800" cy="3312300"/>
          </a:xfrm>
          <a:prstGeom prst="rect">
            <a:avLst/>
          </a:prstGeom>
          <a:solidFill>
            <a:srgbClr val="052F6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El avance de la inteligencia artificial y la visión por computadora ha permitido automatizar tareas complejas como la detección de objetos en imágenes.</a:t>
            </a:r>
            <a:br>
              <a:rPr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En este proyecto se desarrolla una aplicación web que permite identificar la presencia de malezas en imágenes de plantas cargadas por el usuario.</a:t>
            </a:r>
            <a:br>
              <a:rPr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El sistema combina técnicas de recuperación de información visual con modelos de redes neuronales profundas, logrando analizar y clasificar imágenes de forma automática y en tiempo real.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3" name="Google Shape;13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1650" y="2802450"/>
            <a:ext cx="2392351" cy="2341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/>
          <p:nvPr>
            <p:ph type="title"/>
          </p:nvPr>
        </p:nvSpPr>
        <p:spPr>
          <a:xfrm>
            <a:off x="307675" y="111122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latin typeface="Roboto Light"/>
                <a:ea typeface="Roboto Light"/>
                <a:cs typeface="Roboto Light"/>
                <a:sym typeface="Roboto Light"/>
              </a:rPr>
              <a:t>1.3 Objetivos</a:t>
            </a:r>
            <a:endParaRPr sz="172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655550" y="1440350"/>
            <a:ext cx="5477100" cy="2007600"/>
          </a:xfrm>
          <a:prstGeom prst="rect">
            <a:avLst/>
          </a:prstGeom>
          <a:solidFill>
            <a:srgbClr val="052F6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Crear un prototipo funcional y accesible desde el navegador.</a:t>
            </a:r>
            <a:br>
              <a:rPr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Implementar detección automática basada en visión por computadora.</a:t>
            </a:r>
            <a:br>
              <a:rPr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Evaluar el rendimiento del sistema con métricas estándar.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0" name="Google Shape;14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2975" y="1042650"/>
            <a:ext cx="1394025" cy="99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56474" y="2309237"/>
            <a:ext cx="1194788" cy="111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60200" y="3702775"/>
            <a:ext cx="1920316" cy="111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/>
          <p:nvPr>
            <p:ph type="title"/>
          </p:nvPr>
        </p:nvSpPr>
        <p:spPr>
          <a:xfrm>
            <a:off x="307675" y="111122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latin typeface="Roboto Light"/>
                <a:ea typeface="Roboto Light"/>
                <a:cs typeface="Roboto Light"/>
                <a:sym typeface="Roboto Light"/>
              </a:rPr>
              <a:t>1.4 </a:t>
            </a:r>
            <a:r>
              <a:rPr lang="es-419" sz="1420">
                <a:latin typeface="Roboto Light"/>
                <a:ea typeface="Roboto Light"/>
                <a:cs typeface="Roboto Light"/>
                <a:sym typeface="Roboto Light"/>
              </a:rPr>
              <a:t>Desafíos</a:t>
            </a:r>
            <a:endParaRPr sz="172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1179000" y="1116775"/>
            <a:ext cx="7234200" cy="3469500"/>
          </a:xfrm>
          <a:prstGeom prst="rect">
            <a:avLst/>
          </a:prstGeom>
          <a:solidFill>
            <a:srgbClr val="052F6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b="1"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Falta de modelos específicos para malezas:</a:t>
            </a:r>
            <a:r>
              <a:rPr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la mayoría de los modelos preentrenados están pensados para objetos genéricos.</a:t>
            </a:r>
            <a:br>
              <a:rPr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b="1"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Variabilidad en las imágenes:</a:t>
            </a:r>
            <a:r>
              <a:rPr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las condiciones de luz, el fondo, la calidad de la cámara y la diversidad de especies afectan la calidad y </a:t>
            </a:r>
            <a:r>
              <a:rPr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precisión</a:t>
            </a:r>
            <a:r>
              <a:rPr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del modelo.</a:t>
            </a:r>
            <a:br>
              <a:rPr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b="1"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Balance entre precisión y rendimiento:</a:t>
            </a:r>
            <a:r>
              <a:rPr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se buscó mantener un sistema liviano que funcione en entorno web, sin sacrificar demasiado la calidad de detección.</a:t>
            </a:r>
            <a:br>
              <a:rPr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b="1"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Evaluación confiable de resultados:</a:t>
            </a:r>
            <a:r>
              <a:rPr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fue necesario definir un conjunto de pruebas para poder medir objetivamente el rendimiento del sistema con métricas estándar.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p19"/>
          <p:cNvSpPr txBox="1"/>
          <p:nvPr/>
        </p:nvSpPr>
        <p:spPr>
          <a:xfrm>
            <a:off x="1601075" y="4144475"/>
            <a:ext cx="69288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El alcance de los </a:t>
            </a:r>
            <a:r>
              <a:rPr i="1" lang="es-419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desafíos</a:t>
            </a:r>
            <a:r>
              <a:rPr i="1" lang="es-419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1" lang="es-419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está</a:t>
            </a:r>
            <a:r>
              <a:rPr i="1" lang="es-419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acotado por los tiempos ofrecidos por la materia para realizar el proyecto.</a:t>
            </a:r>
            <a:endParaRPr i="1"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/>
          <p:nvPr/>
        </p:nvSpPr>
        <p:spPr>
          <a:xfrm>
            <a:off x="5242850" y="1184600"/>
            <a:ext cx="2980500" cy="1314600"/>
          </a:xfrm>
          <a:prstGeom prst="rect">
            <a:avLst/>
          </a:prstGeom>
          <a:solidFill>
            <a:srgbClr val="052F6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p20"/>
          <p:cNvSpPr txBox="1"/>
          <p:nvPr>
            <p:ph type="title"/>
          </p:nvPr>
        </p:nvSpPr>
        <p:spPr>
          <a:xfrm>
            <a:off x="307675" y="111122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s-419" sz="1820">
                <a:latin typeface="Roboto Light"/>
                <a:ea typeface="Roboto Light"/>
                <a:cs typeface="Roboto Light"/>
                <a:sym typeface="Roboto Light"/>
              </a:rPr>
              <a:t>Detección Automática de Malezas en Imágenes de Plantas</a:t>
            </a:r>
            <a:endParaRPr sz="172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56" name="Google Shape;156;p20"/>
          <p:cNvSpPr txBox="1"/>
          <p:nvPr/>
        </p:nvSpPr>
        <p:spPr>
          <a:xfrm>
            <a:off x="307675" y="839838"/>
            <a:ext cx="4082700" cy="4250100"/>
          </a:xfrm>
          <a:prstGeom prst="rect">
            <a:avLst/>
          </a:prstGeom>
          <a:solidFill>
            <a:srgbClr val="052F6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8770" lvl="0" marL="457200" marR="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Clr>
                <a:schemeClr val="lt1"/>
              </a:buClr>
              <a:buSzPts val="1420"/>
              <a:buFont typeface="Roboto Light"/>
              <a:buAutoNum type="arabicPeriod"/>
            </a:pPr>
            <a:r>
              <a:rPr lang="es-419" sz="142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Problema</a:t>
            </a:r>
            <a:endParaRPr sz="142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285750" marR="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1.1 Motivación</a:t>
            </a:r>
            <a:endParaRPr sz="142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285750" marR="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1.2 Introducción </a:t>
            </a:r>
            <a:endParaRPr sz="142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285750" marR="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1.3 Objetivos</a:t>
            </a:r>
            <a:endParaRPr sz="142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285750" marR="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1.4 Desafíos</a:t>
            </a:r>
            <a:endParaRPr sz="142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solidFill>
                  <a:srgbClr val="FFFF00"/>
                </a:solidFill>
                <a:latin typeface="Roboto Light"/>
                <a:ea typeface="Roboto Light"/>
                <a:cs typeface="Roboto Light"/>
                <a:sym typeface="Roboto Light"/>
              </a:rPr>
              <a:t>2.      Solución</a:t>
            </a:r>
            <a:r>
              <a:rPr lang="es-419" sz="142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endParaRPr sz="142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2.1 Arquitectura y herramientas</a:t>
            </a:r>
            <a:endParaRPr sz="142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2.2 Dónde entra la RI?</a:t>
            </a:r>
            <a:endParaRPr sz="142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2.3 Redes Neuronales</a:t>
            </a:r>
            <a:endParaRPr sz="142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2.4 Datasets</a:t>
            </a:r>
            <a:endParaRPr sz="142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2.5 Modelos clasificadores</a:t>
            </a:r>
            <a:endParaRPr sz="142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	2.5.1 YOLO, Faster R-CNN y SSD</a:t>
            </a:r>
            <a:endParaRPr sz="142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2.6 Resultados y evaluación </a:t>
            </a:r>
            <a:endParaRPr sz="142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3.      Conclusiones</a:t>
            </a:r>
            <a:endParaRPr sz="142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57" name="Google Shape;157;p20" title="problema-solucio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9975" y="1250150"/>
            <a:ext cx="2809452" cy="1170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0"/>
          <p:cNvSpPr/>
          <p:nvPr/>
        </p:nvSpPr>
        <p:spPr>
          <a:xfrm>
            <a:off x="4572000" y="2896550"/>
            <a:ext cx="2285100" cy="1742100"/>
          </a:xfrm>
          <a:prstGeom prst="rect">
            <a:avLst/>
          </a:prstGeom>
          <a:solidFill>
            <a:srgbClr val="052F6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9" name="Google Shape;159;p20" title="diente-de-leon-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9838" y="2980150"/>
            <a:ext cx="2104866" cy="157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0"/>
          <p:cNvSpPr/>
          <p:nvPr/>
        </p:nvSpPr>
        <p:spPr>
          <a:xfrm>
            <a:off x="6855450" y="3553825"/>
            <a:ext cx="802500" cy="46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23046"/>
          </a:solidFill>
          <a:ln cap="flat" cmpd="sng" w="9525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5563850" y="3072350"/>
            <a:ext cx="1039500" cy="1253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4715500" y="3164050"/>
            <a:ext cx="1039500" cy="1253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3" name="Google Shape;163;p20" title="Flat_tick_icon.svg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48700" y="3350079"/>
            <a:ext cx="838799" cy="838799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 txBox="1"/>
          <p:nvPr/>
        </p:nvSpPr>
        <p:spPr>
          <a:xfrm>
            <a:off x="7678950" y="4138750"/>
            <a:ext cx="97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Maleza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 txBox="1"/>
          <p:nvPr>
            <p:ph type="title"/>
          </p:nvPr>
        </p:nvSpPr>
        <p:spPr>
          <a:xfrm>
            <a:off x="307675" y="111122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latin typeface="Roboto Light"/>
                <a:ea typeface="Roboto Light"/>
                <a:cs typeface="Roboto Light"/>
                <a:sym typeface="Roboto Light"/>
              </a:rPr>
              <a:t>2</a:t>
            </a:r>
            <a:r>
              <a:rPr lang="es-419" sz="1420">
                <a:latin typeface="Roboto Light"/>
                <a:ea typeface="Roboto Light"/>
                <a:cs typeface="Roboto Light"/>
                <a:sym typeface="Roboto Light"/>
              </a:rPr>
              <a:t>.1 </a:t>
            </a:r>
            <a:r>
              <a:rPr lang="es-419" sz="1420">
                <a:latin typeface="Roboto Light"/>
                <a:ea typeface="Roboto Light"/>
                <a:cs typeface="Roboto Light"/>
                <a:sym typeface="Roboto Light"/>
              </a:rPr>
              <a:t>Arquitectura y herramientas</a:t>
            </a:r>
            <a:endParaRPr sz="172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70" name="Google Shape;170;p21"/>
          <p:cNvSpPr/>
          <p:nvPr/>
        </p:nvSpPr>
        <p:spPr>
          <a:xfrm>
            <a:off x="364275" y="1111350"/>
            <a:ext cx="6232800" cy="2611200"/>
          </a:xfrm>
          <a:prstGeom prst="rect">
            <a:avLst/>
          </a:prstGeom>
          <a:solidFill>
            <a:srgbClr val="052F6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Principales herramientas utilizadas:</a:t>
            </a:r>
            <a:endParaRPr u="sng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419" sz="1100">
                <a:solidFill>
                  <a:schemeClr val="lt1"/>
                </a:solidFill>
              </a:rPr>
              <a:t>Flask (Python):</a:t>
            </a:r>
            <a:r>
              <a:rPr lang="es-419" sz="1100">
                <a:solidFill>
                  <a:schemeClr val="lt1"/>
                </a:solidFill>
              </a:rPr>
              <a:t> microframework para crear la API REST que recibe las imágenes, ejecuta la detección y devuelve el resultado.</a:t>
            </a:r>
            <a:endParaRPr sz="11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419" sz="1100">
                <a:solidFill>
                  <a:schemeClr val="lt1"/>
                </a:solidFill>
              </a:rPr>
              <a:t>YOLOv8 (Ultralytics)</a:t>
            </a:r>
            <a:r>
              <a:rPr lang="es-419" sz="1100">
                <a:solidFill>
                  <a:schemeClr val="lt1"/>
                </a:solidFill>
              </a:rPr>
              <a:t>: modelo de detección de objetos entrenado desde cero a partir de un dataset seleccionado de plantas con y sin malezas.</a:t>
            </a:r>
            <a:br>
              <a:rPr lang="es-419" sz="1100">
                <a:solidFill>
                  <a:schemeClr val="lt1"/>
                </a:solidFill>
              </a:rPr>
            </a:b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419" sz="1100">
                <a:solidFill>
                  <a:schemeClr val="lt1"/>
                </a:solidFill>
              </a:rPr>
              <a:t>HTML + JavaScript:</a:t>
            </a:r>
            <a:r>
              <a:rPr lang="es-419" sz="1100">
                <a:solidFill>
                  <a:schemeClr val="lt1"/>
                </a:solidFill>
              </a:rPr>
              <a:t> base del frontend web. Permite al usuario cargar imágenes y visualizar los resultados en una interfaz simple.</a:t>
            </a:r>
            <a:br>
              <a:rPr lang="es-419" sz="1100">
                <a:solidFill>
                  <a:schemeClr val="lt1"/>
                </a:solidFill>
              </a:rPr>
            </a:b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s-419" sz="1100">
                <a:solidFill>
                  <a:schemeClr val="lt1"/>
                </a:solidFill>
              </a:rPr>
              <a:t>SerpAPI:</a:t>
            </a:r>
            <a:r>
              <a:rPr lang="es-419" sz="1100">
                <a:solidFill>
                  <a:schemeClr val="lt1"/>
                </a:solidFill>
              </a:rPr>
              <a:t> se integra para realizar búsquedas de imágenes en Google a partir de texto libre ingresado por el usuario.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1" name="Google Shape;17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7850" y="1268687"/>
            <a:ext cx="785026" cy="70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13724" y="2289300"/>
            <a:ext cx="1853736" cy="70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97875" y="3970725"/>
            <a:ext cx="1248425" cy="701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37600" y="3370776"/>
            <a:ext cx="1029850" cy="105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2"/>
          <p:cNvSpPr txBox="1"/>
          <p:nvPr>
            <p:ph type="title"/>
          </p:nvPr>
        </p:nvSpPr>
        <p:spPr>
          <a:xfrm>
            <a:off x="307675" y="111122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latin typeface="Roboto Light"/>
                <a:ea typeface="Roboto Light"/>
                <a:cs typeface="Roboto Light"/>
                <a:sym typeface="Roboto Light"/>
              </a:rPr>
              <a:t>2.1 Arquitectura y herramientas</a:t>
            </a:r>
            <a:endParaRPr sz="172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80" name="Google Shape;180;p22"/>
          <p:cNvSpPr/>
          <p:nvPr/>
        </p:nvSpPr>
        <p:spPr>
          <a:xfrm>
            <a:off x="140825" y="1389825"/>
            <a:ext cx="4778400" cy="2978700"/>
          </a:xfrm>
          <a:prstGeom prst="rect">
            <a:avLst/>
          </a:prstGeom>
          <a:solidFill>
            <a:srgbClr val="052F6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Arquitectura:</a:t>
            </a:r>
            <a:endParaRPr u="sng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s-419">
                <a:solidFill>
                  <a:schemeClr val="lt1"/>
                </a:solidFill>
              </a:rPr>
              <a:t>Frontend (HTML + JS):</a:t>
            </a:r>
            <a:r>
              <a:rPr lang="es-419">
                <a:solidFill>
                  <a:schemeClr val="lt1"/>
                </a:solidFill>
              </a:rPr>
              <a:t> recibe input del usuario y muestra los resultados.</a:t>
            </a:r>
            <a:br>
              <a:rPr lang="es-419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s-419">
                <a:solidFill>
                  <a:schemeClr val="lt1"/>
                </a:solidFill>
              </a:rPr>
              <a:t>API’s (Flask + SerpAPI):</a:t>
            </a:r>
            <a:r>
              <a:rPr lang="es-419">
                <a:solidFill>
                  <a:schemeClr val="lt1"/>
                </a:solidFill>
              </a:rPr>
              <a:t> conecta la interfaz con el modelo, gestiona predicciones y búsquedas.</a:t>
            </a:r>
            <a:br>
              <a:rPr lang="es-419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s-419">
                <a:solidFill>
                  <a:schemeClr val="lt1"/>
                </a:solidFill>
              </a:rPr>
              <a:t>Modelo YOLO v8:</a:t>
            </a:r>
            <a:r>
              <a:rPr lang="es-419">
                <a:solidFill>
                  <a:schemeClr val="lt1"/>
                </a:solidFill>
              </a:rPr>
              <a:t> entrenado con un dataset real, detecta malezas en imágenes cargadas o buscadas.</a:t>
            </a:r>
            <a:endParaRPr>
              <a:solidFill>
                <a:schemeClr val="lt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</a:pPr>
            <a:r>
              <a:rPr lang="es-419" sz="1100">
                <a:solidFill>
                  <a:schemeClr val="lt1"/>
                </a:solidFill>
              </a:rPr>
              <a:t>El modelo hace una interpretación semántica (extracción de conocimiento) desde la imagen, análogo a un motor de búsqueda.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1" name="Google Shape;18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5100" y="1389825"/>
            <a:ext cx="4438726" cy="297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3"/>
          <p:cNvSpPr txBox="1"/>
          <p:nvPr>
            <p:ph type="title"/>
          </p:nvPr>
        </p:nvSpPr>
        <p:spPr>
          <a:xfrm>
            <a:off x="307675" y="111122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latin typeface="Roboto Light"/>
                <a:ea typeface="Roboto Light"/>
                <a:cs typeface="Roboto Light"/>
                <a:sym typeface="Roboto Light"/>
              </a:rPr>
              <a:t>2.2 </a:t>
            </a:r>
            <a:r>
              <a:rPr lang="es-419" sz="1420">
                <a:latin typeface="Roboto Light"/>
                <a:ea typeface="Roboto Light"/>
                <a:cs typeface="Roboto Light"/>
                <a:sym typeface="Roboto Light"/>
              </a:rPr>
              <a:t>Dónde entra la RI?</a:t>
            </a:r>
            <a:endParaRPr sz="172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87" name="Google Shape;187;p23"/>
          <p:cNvSpPr/>
          <p:nvPr/>
        </p:nvSpPr>
        <p:spPr>
          <a:xfrm>
            <a:off x="2182800" y="1399650"/>
            <a:ext cx="4778400" cy="2978700"/>
          </a:xfrm>
          <a:prstGeom prst="rect">
            <a:avLst/>
          </a:prstGeom>
          <a:solidFill>
            <a:srgbClr val="052F6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 RI no se limita a texto: también aplica a imágenes, audio y video.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En este proyecto, la imagen es la consulta.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El sistema “recupera” dos elementos clave: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</a:pPr>
            <a:r>
              <a:rPr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Por un lado </a:t>
            </a:r>
            <a:r>
              <a:rPr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imágenes</a:t>
            </a:r>
            <a:r>
              <a:rPr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(buscadas a partir de una API).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</a:pPr>
            <a:r>
              <a:rPr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Por otro lado la información relevante sobre la imagen seleccionada: maleza o no.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 red neuronal actúa como mecanismo de interpretación semántica de esa consulta visual.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4"/>
          <p:cNvSpPr txBox="1"/>
          <p:nvPr>
            <p:ph type="title"/>
          </p:nvPr>
        </p:nvSpPr>
        <p:spPr>
          <a:xfrm>
            <a:off x="307675" y="111122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latin typeface="Roboto Light"/>
                <a:ea typeface="Roboto Light"/>
                <a:cs typeface="Roboto Light"/>
                <a:sym typeface="Roboto Light"/>
              </a:rPr>
              <a:t>2</a:t>
            </a:r>
            <a:r>
              <a:rPr lang="es-419" sz="1420">
                <a:latin typeface="Roboto Light"/>
                <a:ea typeface="Roboto Light"/>
                <a:cs typeface="Roboto Light"/>
                <a:sym typeface="Roboto Light"/>
              </a:rPr>
              <a:t>.3 Redes Neuronales</a:t>
            </a:r>
            <a:endParaRPr sz="172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193" name="Google Shape;193;p24"/>
          <p:cNvGrpSpPr/>
          <p:nvPr/>
        </p:nvGrpSpPr>
        <p:grpSpPr>
          <a:xfrm>
            <a:off x="215832" y="1092874"/>
            <a:ext cx="3620803" cy="2193174"/>
            <a:chOff x="838200" y="1096197"/>
            <a:chExt cx="3390900" cy="2008953"/>
          </a:xfrm>
        </p:grpSpPr>
        <p:grpSp>
          <p:nvGrpSpPr>
            <p:cNvPr id="194" name="Google Shape;194;p24"/>
            <p:cNvGrpSpPr/>
            <p:nvPr/>
          </p:nvGrpSpPr>
          <p:grpSpPr>
            <a:xfrm>
              <a:off x="838200" y="1096197"/>
              <a:ext cx="1402500" cy="1572303"/>
              <a:chOff x="838200" y="1096197"/>
              <a:chExt cx="1402500" cy="1572303"/>
            </a:xfrm>
          </p:grpSpPr>
          <p:sp>
            <p:nvSpPr>
              <p:cNvPr id="195" name="Google Shape;195;p24"/>
              <p:cNvSpPr/>
              <p:nvPr/>
            </p:nvSpPr>
            <p:spPr>
              <a:xfrm>
                <a:off x="838200" y="1653600"/>
                <a:ext cx="1402500" cy="1014900"/>
              </a:xfrm>
              <a:prstGeom prst="roundRect">
                <a:avLst>
                  <a:gd fmla="val 16667" name="adj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96" name="Google Shape;196;p24"/>
              <p:cNvGrpSpPr/>
              <p:nvPr/>
            </p:nvGrpSpPr>
            <p:grpSpPr>
              <a:xfrm>
                <a:off x="1086993" y="1096197"/>
                <a:ext cx="904915" cy="649505"/>
                <a:chOff x="2117737" y="1318219"/>
                <a:chExt cx="904915" cy="649505"/>
              </a:xfrm>
            </p:grpSpPr>
            <p:sp>
              <p:nvSpPr>
                <p:cNvPr id="197" name="Google Shape;197;p24"/>
                <p:cNvSpPr/>
                <p:nvPr/>
              </p:nvSpPr>
              <p:spPr>
                <a:xfrm>
                  <a:off x="2164885" y="1318281"/>
                  <a:ext cx="857767" cy="649443"/>
                </a:xfrm>
                <a:custGeom>
                  <a:rect b="b" l="l" r="r" t="t"/>
                  <a:pathLst>
                    <a:path extrusionOk="0" h="20965" w="27690">
                      <a:moveTo>
                        <a:pt x="8717" y="1"/>
                      </a:moveTo>
                      <a:cubicBezTo>
                        <a:pt x="7234" y="1"/>
                        <a:pt x="5786" y="436"/>
                        <a:pt x="4782" y="1369"/>
                      </a:cubicBezTo>
                      <a:cubicBezTo>
                        <a:pt x="2412" y="3536"/>
                        <a:pt x="3103" y="7298"/>
                        <a:pt x="3698" y="9168"/>
                      </a:cubicBezTo>
                      <a:cubicBezTo>
                        <a:pt x="4293" y="11025"/>
                        <a:pt x="2698" y="12573"/>
                        <a:pt x="1281" y="14383"/>
                      </a:cubicBezTo>
                      <a:cubicBezTo>
                        <a:pt x="0" y="16029"/>
                        <a:pt x="4" y="20965"/>
                        <a:pt x="4274" y="20965"/>
                      </a:cubicBezTo>
                      <a:cubicBezTo>
                        <a:pt x="4727" y="20965"/>
                        <a:pt x="5228" y="20909"/>
                        <a:pt x="5782" y="20788"/>
                      </a:cubicBezTo>
                      <a:cubicBezTo>
                        <a:pt x="10213" y="19816"/>
                        <a:pt x="12205" y="18292"/>
                        <a:pt x="14335" y="18292"/>
                      </a:cubicBezTo>
                      <a:cubicBezTo>
                        <a:pt x="14969" y="18292"/>
                        <a:pt x="15616" y="18427"/>
                        <a:pt x="16343" y="18752"/>
                      </a:cubicBezTo>
                      <a:cubicBezTo>
                        <a:pt x="17562" y="19293"/>
                        <a:pt x="19048" y="19626"/>
                        <a:pt x="20497" y="19626"/>
                      </a:cubicBezTo>
                      <a:cubicBezTo>
                        <a:pt x="22810" y="19626"/>
                        <a:pt x="25029" y="18777"/>
                        <a:pt x="25915" y="16573"/>
                      </a:cubicBezTo>
                      <a:cubicBezTo>
                        <a:pt x="27368" y="12990"/>
                        <a:pt x="27689" y="8227"/>
                        <a:pt x="18248" y="5001"/>
                      </a:cubicBezTo>
                      <a:cubicBezTo>
                        <a:pt x="18248" y="5001"/>
                        <a:pt x="15842" y="4643"/>
                        <a:pt x="13878" y="2179"/>
                      </a:cubicBezTo>
                      <a:cubicBezTo>
                        <a:pt x="12741" y="776"/>
                        <a:pt x="10697" y="1"/>
                        <a:pt x="8717" y="1"/>
                      </a:cubicBez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8" name="Google Shape;198;p24"/>
                <p:cNvSpPr/>
                <p:nvPr/>
              </p:nvSpPr>
              <p:spPr>
                <a:xfrm>
                  <a:off x="2117737" y="1766092"/>
                  <a:ext cx="284528" cy="98075"/>
                </a:xfrm>
                <a:custGeom>
                  <a:rect b="b" l="l" r="r" t="t"/>
                  <a:pathLst>
                    <a:path extrusionOk="0" h="3166" w="9185">
                      <a:moveTo>
                        <a:pt x="1590" y="0"/>
                      </a:moveTo>
                      <a:cubicBezTo>
                        <a:pt x="1" y="0"/>
                        <a:pt x="4247" y="2719"/>
                        <a:pt x="9185" y="3165"/>
                      </a:cubicBezTo>
                      <a:cubicBezTo>
                        <a:pt x="9185" y="3165"/>
                        <a:pt x="5875" y="939"/>
                        <a:pt x="2434" y="129"/>
                      </a:cubicBezTo>
                      <a:cubicBezTo>
                        <a:pt x="2061" y="40"/>
                        <a:pt x="1782" y="0"/>
                        <a:pt x="1590" y="0"/>
                      </a:cubicBezTo>
                      <a:close/>
                    </a:path>
                  </a:pathLst>
                </a:custGeom>
                <a:solidFill>
                  <a:srgbClr val="8058BE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9" name="Google Shape;199;p24"/>
                <p:cNvSpPr/>
                <p:nvPr/>
              </p:nvSpPr>
              <p:spPr>
                <a:xfrm>
                  <a:off x="2214201" y="1666406"/>
                  <a:ext cx="194725" cy="198845"/>
                </a:xfrm>
                <a:custGeom>
                  <a:rect b="b" l="l" r="r" t="t"/>
                  <a:pathLst>
                    <a:path extrusionOk="0" h="6419" w="6286">
                      <a:moveTo>
                        <a:pt x="772" y="0"/>
                      </a:moveTo>
                      <a:cubicBezTo>
                        <a:pt x="0" y="0"/>
                        <a:pt x="2426" y="3934"/>
                        <a:pt x="6285" y="6419"/>
                      </a:cubicBezTo>
                      <a:cubicBezTo>
                        <a:pt x="6285" y="6419"/>
                        <a:pt x="4392" y="2907"/>
                        <a:pt x="1713" y="585"/>
                      </a:cubicBezTo>
                      <a:cubicBezTo>
                        <a:pt x="1244" y="178"/>
                        <a:pt x="935" y="0"/>
                        <a:pt x="772" y="0"/>
                      </a:cubicBezTo>
                      <a:close/>
                    </a:path>
                  </a:pathLst>
                </a:custGeom>
                <a:solidFill>
                  <a:srgbClr val="8058BE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0" name="Google Shape;200;p24"/>
                <p:cNvSpPr/>
                <p:nvPr/>
              </p:nvSpPr>
              <p:spPr>
                <a:xfrm>
                  <a:off x="2294154" y="1621551"/>
                  <a:ext cx="120657" cy="242616"/>
                </a:xfrm>
                <a:custGeom>
                  <a:rect b="b" l="l" r="r" t="t"/>
                  <a:pathLst>
                    <a:path extrusionOk="0" h="7832" w="3895">
                      <a:moveTo>
                        <a:pt x="617" y="0"/>
                      </a:moveTo>
                      <a:cubicBezTo>
                        <a:pt x="0" y="0"/>
                        <a:pt x="1103" y="4361"/>
                        <a:pt x="3895" y="7831"/>
                      </a:cubicBezTo>
                      <a:cubicBezTo>
                        <a:pt x="3895" y="7831"/>
                        <a:pt x="3180" y="3902"/>
                        <a:pt x="1382" y="866"/>
                      </a:cubicBezTo>
                      <a:cubicBezTo>
                        <a:pt x="1023" y="263"/>
                        <a:pt x="768" y="0"/>
                        <a:pt x="617" y="0"/>
                      </a:cubicBezTo>
                      <a:close/>
                    </a:path>
                  </a:pathLst>
                </a:custGeom>
                <a:solidFill>
                  <a:srgbClr val="8058BE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1" name="Google Shape;201;p24"/>
                <p:cNvSpPr/>
                <p:nvPr/>
              </p:nvSpPr>
              <p:spPr>
                <a:xfrm>
                  <a:off x="2384546" y="1573133"/>
                  <a:ext cx="420489" cy="290662"/>
                </a:xfrm>
                <a:custGeom>
                  <a:rect b="b" l="l" r="r" t="t"/>
                  <a:pathLst>
                    <a:path extrusionOk="0" h="9383" w="13574">
                      <a:moveTo>
                        <a:pt x="0" y="0"/>
                      </a:moveTo>
                      <a:lnTo>
                        <a:pt x="0" y="9382"/>
                      </a:lnTo>
                      <a:lnTo>
                        <a:pt x="13573" y="9382"/>
                      </a:lnTo>
                      <a:lnTo>
                        <a:pt x="1357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2" name="Google Shape;202;p24"/>
                <p:cNvSpPr/>
                <p:nvPr/>
              </p:nvSpPr>
              <p:spPr>
                <a:xfrm>
                  <a:off x="2384546" y="1573133"/>
                  <a:ext cx="420489" cy="29522"/>
                </a:xfrm>
                <a:custGeom>
                  <a:rect b="b" l="l" r="r" t="t"/>
                  <a:pathLst>
                    <a:path extrusionOk="0" h="953" w="13574">
                      <a:moveTo>
                        <a:pt x="0" y="0"/>
                      </a:moveTo>
                      <a:lnTo>
                        <a:pt x="0" y="953"/>
                      </a:lnTo>
                      <a:lnTo>
                        <a:pt x="13573" y="953"/>
                      </a:lnTo>
                      <a:lnTo>
                        <a:pt x="13573" y="0"/>
                      </a:lnTo>
                      <a:close/>
                    </a:path>
                  </a:pathLst>
                </a:custGeom>
                <a:solidFill>
                  <a:srgbClr val="DD90B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3" name="Google Shape;203;p24"/>
                <p:cNvSpPr/>
                <p:nvPr/>
              </p:nvSpPr>
              <p:spPr>
                <a:xfrm>
                  <a:off x="2394862" y="1581249"/>
                  <a:ext cx="16635" cy="12918"/>
                </a:xfrm>
                <a:custGeom>
                  <a:rect b="b" l="l" r="r" t="t"/>
                  <a:pathLst>
                    <a:path extrusionOk="0" h="417" w="537">
                      <a:moveTo>
                        <a:pt x="275" y="0"/>
                      </a:moveTo>
                      <a:cubicBezTo>
                        <a:pt x="1" y="0"/>
                        <a:pt x="1" y="417"/>
                        <a:pt x="275" y="417"/>
                      </a:cubicBezTo>
                      <a:cubicBezTo>
                        <a:pt x="537" y="417"/>
                        <a:pt x="537" y="0"/>
                        <a:pt x="275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4" name="Google Shape;204;p24"/>
                <p:cNvSpPr/>
                <p:nvPr/>
              </p:nvSpPr>
              <p:spPr>
                <a:xfrm>
                  <a:off x="2414037" y="1581249"/>
                  <a:ext cx="16635" cy="12918"/>
                </a:xfrm>
                <a:custGeom>
                  <a:rect b="b" l="l" r="r" t="t"/>
                  <a:pathLst>
                    <a:path extrusionOk="0" h="417" w="537">
                      <a:moveTo>
                        <a:pt x="263" y="0"/>
                      </a:moveTo>
                      <a:cubicBezTo>
                        <a:pt x="1" y="0"/>
                        <a:pt x="1" y="417"/>
                        <a:pt x="263" y="417"/>
                      </a:cubicBezTo>
                      <a:cubicBezTo>
                        <a:pt x="537" y="417"/>
                        <a:pt x="537" y="0"/>
                        <a:pt x="263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5" name="Google Shape;205;p24"/>
                <p:cNvSpPr/>
                <p:nvPr/>
              </p:nvSpPr>
              <p:spPr>
                <a:xfrm>
                  <a:off x="2433212" y="1581249"/>
                  <a:ext cx="16635" cy="12918"/>
                </a:xfrm>
                <a:custGeom>
                  <a:rect b="b" l="l" r="r" t="t"/>
                  <a:pathLst>
                    <a:path extrusionOk="0" h="417" w="537">
                      <a:moveTo>
                        <a:pt x="275" y="0"/>
                      </a:moveTo>
                      <a:cubicBezTo>
                        <a:pt x="1" y="0"/>
                        <a:pt x="1" y="417"/>
                        <a:pt x="275" y="417"/>
                      </a:cubicBezTo>
                      <a:cubicBezTo>
                        <a:pt x="537" y="417"/>
                        <a:pt x="537" y="0"/>
                        <a:pt x="275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6" name="Google Shape;206;p24"/>
                <p:cNvSpPr/>
                <p:nvPr/>
              </p:nvSpPr>
              <p:spPr>
                <a:xfrm>
                  <a:off x="2456476" y="1667553"/>
                  <a:ext cx="269628" cy="8488"/>
                </a:xfrm>
                <a:custGeom>
                  <a:rect b="b" l="l" r="r" t="t"/>
                  <a:pathLst>
                    <a:path extrusionOk="0" h="274" w="8704">
                      <a:moveTo>
                        <a:pt x="131" y="0"/>
                      </a:moveTo>
                      <a:cubicBezTo>
                        <a:pt x="60" y="0"/>
                        <a:pt x="0" y="60"/>
                        <a:pt x="0" y="131"/>
                      </a:cubicBezTo>
                      <a:cubicBezTo>
                        <a:pt x="0" y="214"/>
                        <a:pt x="60" y="274"/>
                        <a:pt x="131" y="274"/>
                      </a:cubicBezTo>
                      <a:lnTo>
                        <a:pt x="8573" y="274"/>
                      </a:lnTo>
                      <a:cubicBezTo>
                        <a:pt x="8644" y="274"/>
                        <a:pt x="8704" y="214"/>
                        <a:pt x="8704" y="131"/>
                      </a:cubicBezTo>
                      <a:cubicBezTo>
                        <a:pt x="8704" y="60"/>
                        <a:pt x="8644" y="0"/>
                        <a:pt x="8573" y="0"/>
                      </a:cubicBezTo>
                      <a:close/>
                    </a:path>
                  </a:pathLst>
                </a:custGeom>
                <a:solidFill>
                  <a:srgbClr val="DD90B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7" name="Google Shape;207;p24"/>
                <p:cNvSpPr/>
                <p:nvPr/>
              </p:nvSpPr>
              <p:spPr>
                <a:xfrm>
                  <a:off x="2456476" y="1705531"/>
                  <a:ext cx="269628" cy="8147"/>
                </a:xfrm>
                <a:custGeom>
                  <a:rect b="b" l="l" r="r" t="t"/>
                  <a:pathLst>
                    <a:path extrusionOk="0" h="263" w="8704">
                      <a:moveTo>
                        <a:pt x="131" y="0"/>
                      </a:moveTo>
                      <a:cubicBezTo>
                        <a:pt x="60" y="0"/>
                        <a:pt x="0" y="60"/>
                        <a:pt x="0" y="131"/>
                      </a:cubicBezTo>
                      <a:cubicBezTo>
                        <a:pt x="0" y="203"/>
                        <a:pt x="60" y="262"/>
                        <a:pt x="131" y="262"/>
                      </a:cubicBezTo>
                      <a:lnTo>
                        <a:pt x="8573" y="262"/>
                      </a:lnTo>
                      <a:cubicBezTo>
                        <a:pt x="8644" y="262"/>
                        <a:pt x="8704" y="203"/>
                        <a:pt x="8704" y="131"/>
                      </a:cubicBezTo>
                      <a:cubicBezTo>
                        <a:pt x="8704" y="60"/>
                        <a:pt x="8644" y="0"/>
                        <a:pt x="8573" y="0"/>
                      </a:cubicBezTo>
                      <a:close/>
                    </a:path>
                  </a:pathLst>
                </a:custGeom>
                <a:solidFill>
                  <a:srgbClr val="DD90B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8" name="Google Shape;208;p24"/>
                <p:cNvSpPr/>
                <p:nvPr/>
              </p:nvSpPr>
              <p:spPr>
                <a:xfrm>
                  <a:off x="2456476" y="1743138"/>
                  <a:ext cx="269628" cy="8519"/>
                </a:xfrm>
                <a:custGeom>
                  <a:rect b="b" l="l" r="r" t="t"/>
                  <a:pathLst>
                    <a:path extrusionOk="0" h="275" w="8704">
                      <a:moveTo>
                        <a:pt x="131" y="1"/>
                      </a:moveTo>
                      <a:cubicBezTo>
                        <a:pt x="60" y="1"/>
                        <a:pt x="0" y="60"/>
                        <a:pt x="0" y="132"/>
                      </a:cubicBezTo>
                      <a:cubicBezTo>
                        <a:pt x="0" y="215"/>
                        <a:pt x="60" y="275"/>
                        <a:pt x="131" y="275"/>
                      </a:cubicBezTo>
                      <a:lnTo>
                        <a:pt x="8573" y="275"/>
                      </a:lnTo>
                      <a:cubicBezTo>
                        <a:pt x="8644" y="275"/>
                        <a:pt x="8704" y="215"/>
                        <a:pt x="8704" y="132"/>
                      </a:cubicBezTo>
                      <a:cubicBezTo>
                        <a:pt x="8704" y="60"/>
                        <a:pt x="8644" y="1"/>
                        <a:pt x="8573" y="1"/>
                      </a:cubicBezTo>
                      <a:close/>
                    </a:path>
                  </a:pathLst>
                </a:custGeom>
                <a:solidFill>
                  <a:srgbClr val="DD90B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9" name="Google Shape;209;p24"/>
                <p:cNvSpPr/>
                <p:nvPr/>
              </p:nvSpPr>
              <p:spPr>
                <a:xfrm>
                  <a:off x="2460534" y="1783718"/>
                  <a:ext cx="261512" cy="80077"/>
                </a:xfrm>
                <a:custGeom>
                  <a:rect b="b" l="l" r="r" t="t"/>
                  <a:pathLst>
                    <a:path extrusionOk="0" h="2585" w="8442">
                      <a:moveTo>
                        <a:pt x="0" y="1"/>
                      </a:moveTo>
                      <a:lnTo>
                        <a:pt x="0" y="2584"/>
                      </a:lnTo>
                      <a:lnTo>
                        <a:pt x="8442" y="2584"/>
                      </a:lnTo>
                      <a:lnTo>
                        <a:pt x="8442" y="1"/>
                      </a:lnTo>
                      <a:close/>
                    </a:path>
                  </a:pathLst>
                </a:custGeom>
                <a:solidFill>
                  <a:srgbClr val="DD90B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0" name="Google Shape;210;p24"/>
                <p:cNvSpPr/>
                <p:nvPr/>
              </p:nvSpPr>
              <p:spPr>
                <a:xfrm>
                  <a:off x="2730131" y="1421158"/>
                  <a:ext cx="229079" cy="195530"/>
                </a:xfrm>
                <a:custGeom>
                  <a:rect b="b" l="l" r="r" t="t"/>
                  <a:pathLst>
                    <a:path extrusionOk="0" h="6312" w="7395">
                      <a:moveTo>
                        <a:pt x="1" y="1"/>
                      </a:moveTo>
                      <a:lnTo>
                        <a:pt x="1" y="6311"/>
                      </a:lnTo>
                      <a:lnTo>
                        <a:pt x="7394" y="6311"/>
                      </a:lnTo>
                      <a:lnTo>
                        <a:pt x="7394" y="1"/>
                      </a:lnTo>
                      <a:close/>
                    </a:path>
                  </a:pathLst>
                </a:custGeom>
                <a:solidFill>
                  <a:srgbClr val="424B6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1" name="Google Shape;211;p24"/>
                <p:cNvSpPr/>
                <p:nvPr/>
              </p:nvSpPr>
              <p:spPr>
                <a:xfrm>
                  <a:off x="2730131" y="1511147"/>
                  <a:ext cx="176324" cy="105169"/>
                </a:xfrm>
                <a:custGeom>
                  <a:rect b="b" l="l" r="r" t="t"/>
                  <a:pathLst>
                    <a:path extrusionOk="0" h="3395" w="5692">
                      <a:moveTo>
                        <a:pt x="2737" y="1"/>
                      </a:moveTo>
                      <a:cubicBezTo>
                        <a:pt x="2734" y="1"/>
                        <a:pt x="2730" y="1"/>
                        <a:pt x="2727" y="1"/>
                      </a:cubicBezTo>
                      <a:cubicBezTo>
                        <a:pt x="1763" y="37"/>
                        <a:pt x="1" y="3394"/>
                        <a:pt x="1" y="3394"/>
                      </a:cubicBezTo>
                      <a:lnTo>
                        <a:pt x="5692" y="3394"/>
                      </a:lnTo>
                      <a:cubicBezTo>
                        <a:pt x="5692" y="3394"/>
                        <a:pt x="3705" y="1"/>
                        <a:pt x="2737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2" name="Google Shape;212;p24"/>
                <p:cNvSpPr/>
                <p:nvPr/>
              </p:nvSpPr>
              <p:spPr>
                <a:xfrm>
                  <a:off x="2835981" y="1438505"/>
                  <a:ext cx="52786" cy="52414"/>
                </a:xfrm>
                <a:custGeom>
                  <a:rect b="b" l="l" r="r" t="t"/>
                  <a:pathLst>
                    <a:path extrusionOk="0" h="1692" w="1704">
                      <a:moveTo>
                        <a:pt x="858" y="0"/>
                      </a:moveTo>
                      <a:cubicBezTo>
                        <a:pt x="382" y="0"/>
                        <a:pt x="1" y="381"/>
                        <a:pt x="1" y="846"/>
                      </a:cubicBezTo>
                      <a:cubicBezTo>
                        <a:pt x="1" y="1310"/>
                        <a:pt x="382" y="1691"/>
                        <a:pt x="858" y="1691"/>
                      </a:cubicBezTo>
                      <a:cubicBezTo>
                        <a:pt x="1322" y="1691"/>
                        <a:pt x="1703" y="1310"/>
                        <a:pt x="1703" y="846"/>
                      </a:cubicBezTo>
                      <a:cubicBezTo>
                        <a:pt x="1703" y="381"/>
                        <a:pt x="1322" y="0"/>
                        <a:pt x="858" y="0"/>
                      </a:cubicBez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3" name="Google Shape;213;p24"/>
                <p:cNvSpPr/>
                <p:nvPr/>
              </p:nvSpPr>
              <p:spPr>
                <a:xfrm>
                  <a:off x="2222255" y="1422304"/>
                  <a:ext cx="108824" cy="115174"/>
                </a:xfrm>
                <a:custGeom>
                  <a:rect b="b" l="l" r="r" t="t"/>
                  <a:pathLst>
                    <a:path extrusionOk="0" h="3718" w="3513">
                      <a:moveTo>
                        <a:pt x="2002" y="2078"/>
                      </a:moveTo>
                      <a:cubicBezTo>
                        <a:pt x="2007" y="2078"/>
                        <a:pt x="2012" y="2078"/>
                        <a:pt x="2016" y="2078"/>
                      </a:cubicBezTo>
                      <a:lnTo>
                        <a:pt x="2016" y="2078"/>
                      </a:lnTo>
                      <a:cubicBezTo>
                        <a:pt x="1973" y="2130"/>
                        <a:pt x="1924" y="2173"/>
                        <a:pt x="1870" y="2202"/>
                      </a:cubicBezTo>
                      <a:cubicBezTo>
                        <a:pt x="1835" y="2223"/>
                        <a:pt x="1797" y="2236"/>
                        <a:pt x="1761" y="2236"/>
                      </a:cubicBezTo>
                      <a:cubicBezTo>
                        <a:pt x="1735" y="2236"/>
                        <a:pt x="1711" y="2229"/>
                        <a:pt x="1691" y="2214"/>
                      </a:cubicBezTo>
                      <a:cubicBezTo>
                        <a:pt x="1683" y="2205"/>
                        <a:pt x="1674" y="2177"/>
                        <a:pt x="1660" y="2177"/>
                      </a:cubicBezTo>
                      <a:cubicBezTo>
                        <a:pt x="1655" y="2177"/>
                        <a:pt x="1650" y="2181"/>
                        <a:pt x="1644" y="2190"/>
                      </a:cubicBezTo>
                      <a:cubicBezTo>
                        <a:pt x="1680" y="2100"/>
                        <a:pt x="1867" y="2078"/>
                        <a:pt x="2002" y="2078"/>
                      </a:cubicBezTo>
                      <a:close/>
                      <a:moveTo>
                        <a:pt x="1522" y="0"/>
                      </a:moveTo>
                      <a:cubicBezTo>
                        <a:pt x="1335" y="0"/>
                        <a:pt x="1143" y="26"/>
                        <a:pt x="953" y="59"/>
                      </a:cubicBezTo>
                      <a:cubicBezTo>
                        <a:pt x="477" y="166"/>
                        <a:pt x="13" y="452"/>
                        <a:pt x="1" y="988"/>
                      </a:cubicBezTo>
                      <a:cubicBezTo>
                        <a:pt x="1" y="1175"/>
                        <a:pt x="151" y="1271"/>
                        <a:pt x="303" y="1271"/>
                      </a:cubicBezTo>
                      <a:cubicBezTo>
                        <a:pt x="460" y="1271"/>
                        <a:pt x="620" y="1169"/>
                        <a:pt x="620" y="964"/>
                      </a:cubicBezTo>
                      <a:cubicBezTo>
                        <a:pt x="620" y="773"/>
                        <a:pt x="870" y="702"/>
                        <a:pt x="1036" y="666"/>
                      </a:cubicBezTo>
                      <a:cubicBezTo>
                        <a:pt x="1179" y="631"/>
                        <a:pt x="1338" y="595"/>
                        <a:pt x="1494" y="595"/>
                      </a:cubicBezTo>
                      <a:cubicBezTo>
                        <a:pt x="1599" y="595"/>
                        <a:pt x="1703" y="611"/>
                        <a:pt x="1798" y="654"/>
                      </a:cubicBezTo>
                      <a:cubicBezTo>
                        <a:pt x="2136" y="793"/>
                        <a:pt x="2275" y="1148"/>
                        <a:pt x="2250" y="1483"/>
                      </a:cubicBezTo>
                      <a:lnTo>
                        <a:pt x="2250" y="1483"/>
                      </a:lnTo>
                      <a:cubicBezTo>
                        <a:pt x="2234" y="1480"/>
                        <a:pt x="2219" y="1478"/>
                        <a:pt x="2203" y="1476"/>
                      </a:cubicBezTo>
                      <a:cubicBezTo>
                        <a:pt x="2139" y="1467"/>
                        <a:pt x="2072" y="1462"/>
                        <a:pt x="2004" y="1462"/>
                      </a:cubicBezTo>
                      <a:cubicBezTo>
                        <a:pt x="1705" y="1462"/>
                        <a:pt x="1385" y="1553"/>
                        <a:pt x="1191" y="1785"/>
                      </a:cubicBezTo>
                      <a:cubicBezTo>
                        <a:pt x="917" y="2119"/>
                        <a:pt x="1072" y="2619"/>
                        <a:pt x="1441" y="2797"/>
                      </a:cubicBezTo>
                      <a:cubicBezTo>
                        <a:pt x="1549" y="2847"/>
                        <a:pt x="1658" y="2869"/>
                        <a:pt x="1765" y="2869"/>
                      </a:cubicBezTo>
                      <a:cubicBezTo>
                        <a:pt x="2073" y="2869"/>
                        <a:pt x="2366" y="2685"/>
                        <a:pt x="2560" y="2428"/>
                      </a:cubicBezTo>
                      <a:cubicBezTo>
                        <a:pt x="2570" y="2415"/>
                        <a:pt x="2579" y="2402"/>
                        <a:pt x="2588" y="2389"/>
                      </a:cubicBezTo>
                      <a:lnTo>
                        <a:pt x="2588" y="2389"/>
                      </a:lnTo>
                      <a:cubicBezTo>
                        <a:pt x="2724" y="2647"/>
                        <a:pt x="2610" y="3021"/>
                        <a:pt x="2346" y="3095"/>
                      </a:cubicBezTo>
                      <a:cubicBezTo>
                        <a:pt x="1999" y="3204"/>
                        <a:pt x="2097" y="3718"/>
                        <a:pt x="2414" y="3718"/>
                      </a:cubicBezTo>
                      <a:cubicBezTo>
                        <a:pt x="2445" y="3718"/>
                        <a:pt x="2478" y="3713"/>
                        <a:pt x="2513" y="3702"/>
                      </a:cubicBezTo>
                      <a:cubicBezTo>
                        <a:pt x="3191" y="3488"/>
                        <a:pt x="3513" y="2607"/>
                        <a:pt x="3096" y="2012"/>
                      </a:cubicBezTo>
                      <a:cubicBezTo>
                        <a:pt x="3025" y="1913"/>
                        <a:pt x="2943" y="1827"/>
                        <a:pt x="2852" y="1753"/>
                      </a:cubicBezTo>
                      <a:lnTo>
                        <a:pt x="2852" y="1753"/>
                      </a:lnTo>
                      <a:cubicBezTo>
                        <a:pt x="2957" y="1199"/>
                        <a:pt x="2787" y="603"/>
                        <a:pt x="2322" y="238"/>
                      </a:cubicBezTo>
                      <a:cubicBezTo>
                        <a:pt x="2079" y="59"/>
                        <a:pt x="1805" y="0"/>
                        <a:pt x="1522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4" name="Google Shape;214;p24"/>
                <p:cNvSpPr/>
                <p:nvPr/>
              </p:nvSpPr>
              <p:spPr>
                <a:xfrm>
                  <a:off x="2481165" y="1318219"/>
                  <a:ext cx="123972" cy="138934"/>
                </a:xfrm>
                <a:custGeom>
                  <a:rect b="b" l="l" r="r" t="t"/>
                  <a:pathLst>
                    <a:path extrusionOk="0" h="4485" w="4002">
                      <a:moveTo>
                        <a:pt x="1769" y="1734"/>
                      </a:moveTo>
                      <a:cubicBezTo>
                        <a:pt x="1793" y="1734"/>
                        <a:pt x="1791" y="1752"/>
                        <a:pt x="1784" y="1752"/>
                      </a:cubicBezTo>
                      <a:cubicBezTo>
                        <a:pt x="1781" y="1752"/>
                        <a:pt x="1778" y="1749"/>
                        <a:pt x="1775" y="1740"/>
                      </a:cubicBezTo>
                      <a:lnTo>
                        <a:pt x="1775" y="1740"/>
                      </a:lnTo>
                      <a:cubicBezTo>
                        <a:pt x="1787" y="1859"/>
                        <a:pt x="1572" y="1943"/>
                        <a:pt x="1501" y="1978"/>
                      </a:cubicBezTo>
                      <a:cubicBezTo>
                        <a:pt x="1446" y="1999"/>
                        <a:pt x="1379" y="2020"/>
                        <a:pt x="1308" y="2034"/>
                      </a:cubicBezTo>
                      <a:lnTo>
                        <a:pt x="1308" y="2034"/>
                      </a:lnTo>
                      <a:cubicBezTo>
                        <a:pt x="1382" y="1915"/>
                        <a:pt x="1487" y="1815"/>
                        <a:pt x="1620" y="1764"/>
                      </a:cubicBezTo>
                      <a:cubicBezTo>
                        <a:pt x="1668" y="1752"/>
                        <a:pt x="1691" y="1752"/>
                        <a:pt x="1739" y="1740"/>
                      </a:cubicBezTo>
                      <a:cubicBezTo>
                        <a:pt x="1752" y="1736"/>
                        <a:pt x="1761" y="1734"/>
                        <a:pt x="1769" y="1734"/>
                      </a:cubicBezTo>
                      <a:close/>
                      <a:moveTo>
                        <a:pt x="2889" y="2931"/>
                      </a:moveTo>
                      <a:cubicBezTo>
                        <a:pt x="2900" y="2931"/>
                        <a:pt x="2923" y="2961"/>
                        <a:pt x="2914" y="2961"/>
                      </a:cubicBezTo>
                      <a:cubicBezTo>
                        <a:pt x="2910" y="2961"/>
                        <a:pt x="2900" y="2956"/>
                        <a:pt x="2882" y="2941"/>
                      </a:cubicBezTo>
                      <a:lnTo>
                        <a:pt x="2882" y="2941"/>
                      </a:lnTo>
                      <a:cubicBezTo>
                        <a:pt x="2882" y="2934"/>
                        <a:pt x="2885" y="2931"/>
                        <a:pt x="2889" y="2931"/>
                      </a:cubicBezTo>
                      <a:close/>
                      <a:moveTo>
                        <a:pt x="1543" y="0"/>
                      </a:moveTo>
                      <a:cubicBezTo>
                        <a:pt x="1059" y="0"/>
                        <a:pt x="607" y="221"/>
                        <a:pt x="346" y="669"/>
                      </a:cubicBezTo>
                      <a:cubicBezTo>
                        <a:pt x="60" y="1133"/>
                        <a:pt x="1" y="1990"/>
                        <a:pt x="406" y="2407"/>
                      </a:cubicBezTo>
                      <a:cubicBezTo>
                        <a:pt x="459" y="2464"/>
                        <a:pt x="518" y="2511"/>
                        <a:pt x="581" y="2550"/>
                      </a:cubicBezTo>
                      <a:lnTo>
                        <a:pt x="581" y="2550"/>
                      </a:lnTo>
                      <a:cubicBezTo>
                        <a:pt x="602" y="2921"/>
                        <a:pt x="770" y="3279"/>
                        <a:pt x="1037" y="3538"/>
                      </a:cubicBezTo>
                      <a:cubicBezTo>
                        <a:pt x="1328" y="3806"/>
                        <a:pt x="1699" y="3944"/>
                        <a:pt x="2075" y="3944"/>
                      </a:cubicBezTo>
                      <a:cubicBezTo>
                        <a:pt x="2195" y="3944"/>
                        <a:pt x="2315" y="3930"/>
                        <a:pt x="2434" y="3901"/>
                      </a:cubicBezTo>
                      <a:lnTo>
                        <a:pt x="2434" y="3901"/>
                      </a:lnTo>
                      <a:cubicBezTo>
                        <a:pt x="2645" y="4239"/>
                        <a:pt x="2993" y="4484"/>
                        <a:pt x="3388" y="4484"/>
                      </a:cubicBezTo>
                      <a:cubicBezTo>
                        <a:pt x="3502" y="4484"/>
                        <a:pt x="3620" y="4464"/>
                        <a:pt x="3739" y="4419"/>
                      </a:cubicBezTo>
                      <a:cubicBezTo>
                        <a:pt x="3894" y="4360"/>
                        <a:pt x="4001" y="4205"/>
                        <a:pt x="3954" y="4026"/>
                      </a:cubicBezTo>
                      <a:cubicBezTo>
                        <a:pt x="3924" y="3908"/>
                        <a:pt x="3796" y="3797"/>
                        <a:pt x="3658" y="3797"/>
                      </a:cubicBezTo>
                      <a:cubicBezTo>
                        <a:pt x="3630" y="3797"/>
                        <a:pt x="3601" y="3802"/>
                        <a:pt x="3573" y="3812"/>
                      </a:cubicBezTo>
                      <a:cubicBezTo>
                        <a:pt x="3520" y="3830"/>
                        <a:pt x="3468" y="3838"/>
                        <a:pt x="3418" y="3838"/>
                      </a:cubicBezTo>
                      <a:cubicBezTo>
                        <a:pt x="3259" y="3838"/>
                        <a:pt x="3118" y="3755"/>
                        <a:pt x="3016" y="3628"/>
                      </a:cubicBezTo>
                      <a:lnTo>
                        <a:pt x="3016" y="3628"/>
                      </a:lnTo>
                      <a:cubicBezTo>
                        <a:pt x="3403" y="3341"/>
                        <a:pt x="3722" y="2866"/>
                        <a:pt x="3299" y="2478"/>
                      </a:cubicBezTo>
                      <a:cubicBezTo>
                        <a:pt x="3190" y="2380"/>
                        <a:pt x="3048" y="2334"/>
                        <a:pt x="2905" y="2334"/>
                      </a:cubicBezTo>
                      <a:cubicBezTo>
                        <a:pt x="2735" y="2334"/>
                        <a:pt x="2564" y="2398"/>
                        <a:pt x="2442" y="2514"/>
                      </a:cubicBezTo>
                      <a:cubicBezTo>
                        <a:pt x="2233" y="2713"/>
                        <a:pt x="2182" y="3003"/>
                        <a:pt x="2219" y="3287"/>
                      </a:cubicBezTo>
                      <a:lnTo>
                        <a:pt x="2219" y="3287"/>
                      </a:lnTo>
                      <a:cubicBezTo>
                        <a:pt x="2218" y="3288"/>
                        <a:pt x="2217" y="3288"/>
                        <a:pt x="2215" y="3288"/>
                      </a:cubicBezTo>
                      <a:cubicBezTo>
                        <a:pt x="2168" y="3294"/>
                        <a:pt x="2121" y="3297"/>
                        <a:pt x="2075" y="3297"/>
                      </a:cubicBezTo>
                      <a:cubicBezTo>
                        <a:pt x="1841" y="3297"/>
                        <a:pt x="1622" y="3221"/>
                        <a:pt x="1453" y="3062"/>
                      </a:cubicBezTo>
                      <a:cubicBezTo>
                        <a:pt x="1349" y="2958"/>
                        <a:pt x="1265" y="2833"/>
                        <a:pt x="1221" y="2693"/>
                      </a:cubicBezTo>
                      <a:lnTo>
                        <a:pt x="1221" y="2693"/>
                      </a:lnTo>
                      <a:cubicBezTo>
                        <a:pt x="1459" y="2680"/>
                        <a:pt x="1701" y="2607"/>
                        <a:pt x="1906" y="2502"/>
                      </a:cubicBezTo>
                      <a:cubicBezTo>
                        <a:pt x="2180" y="2359"/>
                        <a:pt x="2394" y="2109"/>
                        <a:pt x="2406" y="1788"/>
                      </a:cubicBezTo>
                      <a:cubicBezTo>
                        <a:pt x="2406" y="1490"/>
                        <a:pt x="2215" y="1216"/>
                        <a:pt x="1918" y="1157"/>
                      </a:cubicBezTo>
                      <a:cubicBezTo>
                        <a:pt x="1852" y="1142"/>
                        <a:pt x="1788" y="1135"/>
                        <a:pt x="1726" y="1135"/>
                      </a:cubicBezTo>
                      <a:cubicBezTo>
                        <a:pt x="1313" y="1135"/>
                        <a:pt x="959" y="1434"/>
                        <a:pt x="759" y="1795"/>
                      </a:cubicBezTo>
                      <a:lnTo>
                        <a:pt x="759" y="1795"/>
                      </a:lnTo>
                      <a:cubicBezTo>
                        <a:pt x="739" y="1713"/>
                        <a:pt x="739" y="1623"/>
                        <a:pt x="739" y="1538"/>
                      </a:cubicBezTo>
                      <a:cubicBezTo>
                        <a:pt x="739" y="1359"/>
                        <a:pt x="763" y="1157"/>
                        <a:pt x="846" y="990"/>
                      </a:cubicBezTo>
                      <a:cubicBezTo>
                        <a:pt x="966" y="772"/>
                        <a:pt x="1245" y="605"/>
                        <a:pt x="1501" y="605"/>
                      </a:cubicBezTo>
                      <a:cubicBezTo>
                        <a:pt x="1525" y="605"/>
                        <a:pt x="1549" y="606"/>
                        <a:pt x="1572" y="609"/>
                      </a:cubicBezTo>
                      <a:cubicBezTo>
                        <a:pt x="1593" y="612"/>
                        <a:pt x="1614" y="614"/>
                        <a:pt x="1635" y="614"/>
                      </a:cubicBezTo>
                      <a:cubicBezTo>
                        <a:pt x="1781" y="614"/>
                        <a:pt x="1924" y="539"/>
                        <a:pt x="1965" y="383"/>
                      </a:cubicBezTo>
                      <a:cubicBezTo>
                        <a:pt x="2013" y="252"/>
                        <a:pt x="1918" y="38"/>
                        <a:pt x="1751" y="14"/>
                      </a:cubicBezTo>
                      <a:cubicBezTo>
                        <a:pt x="1681" y="5"/>
                        <a:pt x="1612" y="0"/>
                        <a:pt x="1543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5" name="Google Shape;215;p24"/>
                <p:cNvSpPr/>
                <p:nvPr/>
              </p:nvSpPr>
              <p:spPr>
                <a:xfrm>
                  <a:off x="2625025" y="1349259"/>
                  <a:ext cx="33208" cy="26207"/>
                </a:xfrm>
                <a:custGeom>
                  <a:rect b="b" l="l" r="r" t="t"/>
                  <a:pathLst>
                    <a:path extrusionOk="0" h="846" w="1072">
                      <a:moveTo>
                        <a:pt x="536" y="0"/>
                      </a:moveTo>
                      <a:cubicBezTo>
                        <a:pt x="0" y="12"/>
                        <a:pt x="0" y="845"/>
                        <a:pt x="536" y="845"/>
                      </a:cubicBezTo>
                      <a:cubicBezTo>
                        <a:pt x="1072" y="845"/>
                        <a:pt x="1072" y="0"/>
                        <a:pt x="536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6" name="Google Shape;216;p24"/>
                <p:cNvSpPr/>
                <p:nvPr/>
              </p:nvSpPr>
              <p:spPr>
                <a:xfrm>
                  <a:off x="2813492" y="1501513"/>
                  <a:ext cx="150520" cy="119573"/>
                </a:xfrm>
                <a:custGeom>
                  <a:rect b="b" l="l" r="r" t="t"/>
                  <a:pathLst>
                    <a:path extrusionOk="0" h="3860" w="4859">
                      <a:moveTo>
                        <a:pt x="3012" y="0"/>
                      </a:moveTo>
                      <a:cubicBezTo>
                        <a:pt x="3000" y="0"/>
                        <a:pt x="2988" y="1"/>
                        <a:pt x="2977" y="2"/>
                      </a:cubicBezTo>
                      <a:cubicBezTo>
                        <a:pt x="2477" y="62"/>
                        <a:pt x="596" y="2800"/>
                        <a:pt x="36" y="3634"/>
                      </a:cubicBezTo>
                      <a:cubicBezTo>
                        <a:pt x="12" y="3681"/>
                        <a:pt x="0" y="3741"/>
                        <a:pt x="36" y="3789"/>
                      </a:cubicBezTo>
                      <a:cubicBezTo>
                        <a:pt x="48" y="3824"/>
                        <a:pt x="107" y="3860"/>
                        <a:pt x="155" y="3860"/>
                      </a:cubicBezTo>
                      <a:lnTo>
                        <a:pt x="4703" y="3860"/>
                      </a:lnTo>
                      <a:cubicBezTo>
                        <a:pt x="4787" y="3860"/>
                        <a:pt x="4846" y="3800"/>
                        <a:pt x="4822" y="3693"/>
                      </a:cubicBezTo>
                      <a:cubicBezTo>
                        <a:pt x="4822" y="3622"/>
                        <a:pt x="4763" y="3562"/>
                        <a:pt x="4691" y="3562"/>
                      </a:cubicBezTo>
                      <a:lnTo>
                        <a:pt x="405" y="3562"/>
                      </a:lnTo>
                      <a:cubicBezTo>
                        <a:pt x="1501" y="1955"/>
                        <a:pt x="2739" y="336"/>
                        <a:pt x="3013" y="276"/>
                      </a:cubicBezTo>
                      <a:cubicBezTo>
                        <a:pt x="3018" y="275"/>
                        <a:pt x="3024" y="275"/>
                        <a:pt x="3030" y="275"/>
                      </a:cubicBezTo>
                      <a:cubicBezTo>
                        <a:pt x="3286" y="275"/>
                        <a:pt x="4037" y="1019"/>
                        <a:pt x="4584" y="1729"/>
                      </a:cubicBezTo>
                      <a:cubicBezTo>
                        <a:pt x="4614" y="1766"/>
                        <a:pt x="4662" y="1785"/>
                        <a:pt x="4709" y="1785"/>
                      </a:cubicBezTo>
                      <a:cubicBezTo>
                        <a:pt x="4737" y="1785"/>
                        <a:pt x="4764" y="1778"/>
                        <a:pt x="4787" y="1764"/>
                      </a:cubicBezTo>
                      <a:cubicBezTo>
                        <a:pt x="4846" y="1717"/>
                        <a:pt x="4858" y="1622"/>
                        <a:pt x="4810" y="1562"/>
                      </a:cubicBezTo>
                      <a:cubicBezTo>
                        <a:pt x="4612" y="1306"/>
                        <a:pt x="3559" y="0"/>
                        <a:pt x="3012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cxnSp>
          <p:nvCxnSpPr>
            <p:cNvPr id="217" name="Google Shape;217;p24"/>
            <p:cNvCxnSpPr>
              <a:stCxn id="195" idx="3"/>
            </p:cNvCxnSpPr>
            <p:nvPr/>
          </p:nvCxnSpPr>
          <p:spPr>
            <a:xfrm>
              <a:off x="2240700" y="2161050"/>
              <a:ext cx="1988400" cy="944100"/>
            </a:xfrm>
            <a:prstGeom prst="bentConnector3">
              <a:avLst>
                <a:gd fmla="val 50000" name="adj1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218" name="Google Shape;218;p24"/>
          <p:cNvGrpSpPr/>
          <p:nvPr/>
        </p:nvGrpSpPr>
        <p:grpSpPr>
          <a:xfrm>
            <a:off x="115846" y="2948895"/>
            <a:ext cx="3620681" cy="1820022"/>
            <a:chOff x="838200" y="2948947"/>
            <a:chExt cx="3429000" cy="1581528"/>
          </a:xfrm>
        </p:grpSpPr>
        <p:grpSp>
          <p:nvGrpSpPr>
            <p:cNvPr id="219" name="Google Shape;219;p24"/>
            <p:cNvGrpSpPr/>
            <p:nvPr/>
          </p:nvGrpSpPr>
          <p:grpSpPr>
            <a:xfrm>
              <a:off x="838200" y="2948947"/>
              <a:ext cx="1402500" cy="1581528"/>
              <a:chOff x="838200" y="2948947"/>
              <a:chExt cx="1402500" cy="1581528"/>
            </a:xfrm>
          </p:grpSpPr>
          <p:sp>
            <p:nvSpPr>
              <p:cNvPr id="220" name="Google Shape;220;p24"/>
              <p:cNvSpPr/>
              <p:nvPr/>
            </p:nvSpPr>
            <p:spPr>
              <a:xfrm>
                <a:off x="838200" y="3515575"/>
                <a:ext cx="1402500" cy="1014900"/>
              </a:xfrm>
              <a:prstGeom prst="roundRect">
                <a:avLst>
                  <a:gd fmla="val 16667" name="adj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21" name="Google Shape;221;p24"/>
              <p:cNvGrpSpPr/>
              <p:nvPr/>
            </p:nvGrpSpPr>
            <p:grpSpPr>
              <a:xfrm>
                <a:off x="1048890" y="2948947"/>
                <a:ext cx="981119" cy="672831"/>
                <a:chOff x="2104231" y="2886022"/>
                <a:chExt cx="981119" cy="672831"/>
              </a:xfrm>
            </p:grpSpPr>
            <p:sp>
              <p:nvSpPr>
                <p:cNvPr id="222" name="Google Shape;222;p24"/>
                <p:cNvSpPr/>
                <p:nvPr/>
              </p:nvSpPr>
              <p:spPr>
                <a:xfrm>
                  <a:off x="2141125" y="2886022"/>
                  <a:ext cx="944225" cy="672831"/>
                </a:xfrm>
                <a:custGeom>
                  <a:rect b="b" l="l" r="r" t="t"/>
                  <a:pathLst>
                    <a:path extrusionOk="0" h="21720" w="30481">
                      <a:moveTo>
                        <a:pt x="14556" y="1"/>
                      </a:moveTo>
                      <a:cubicBezTo>
                        <a:pt x="8980" y="1"/>
                        <a:pt x="7897" y="6332"/>
                        <a:pt x="6382" y="7100"/>
                      </a:cubicBezTo>
                      <a:cubicBezTo>
                        <a:pt x="6133" y="7230"/>
                        <a:pt x="5868" y="7278"/>
                        <a:pt x="5595" y="7278"/>
                      </a:cubicBezTo>
                      <a:cubicBezTo>
                        <a:pt x="4790" y="7278"/>
                        <a:pt x="3904" y="6862"/>
                        <a:pt x="3086" y="6862"/>
                      </a:cubicBezTo>
                      <a:cubicBezTo>
                        <a:pt x="2412" y="6862"/>
                        <a:pt x="1784" y="7144"/>
                        <a:pt x="1286" y="8172"/>
                      </a:cubicBezTo>
                      <a:cubicBezTo>
                        <a:pt x="0" y="10887"/>
                        <a:pt x="2774" y="13542"/>
                        <a:pt x="2870" y="16721"/>
                      </a:cubicBezTo>
                      <a:cubicBezTo>
                        <a:pt x="2977" y="19888"/>
                        <a:pt x="7989" y="20364"/>
                        <a:pt x="7989" y="20364"/>
                      </a:cubicBezTo>
                      <a:cubicBezTo>
                        <a:pt x="7989" y="20364"/>
                        <a:pt x="13673" y="21719"/>
                        <a:pt x="18377" y="21719"/>
                      </a:cubicBezTo>
                      <a:cubicBezTo>
                        <a:pt x="19506" y="21719"/>
                        <a:pt x="20579" y="21641"/>
                        <a:pt x="21503" y="21447"/>
                      </a:cubicBezTo>
                      <a:cubicBezTo>
                        <a:pt x="26289" y="20447"/>
                        <a:pt x="30480" y="14411"/>
                        <a:pt x="26765" y="12565"/>
                      </a:cubicBezTo>
                      <a:cubicBezTo>
                        <a:pt x="23075" y="10720"/>
                        <a:pt x="22086" y="8005"/>
                        <a:pt x="22086" y="6088"/>
                      </a:cubicBezTo>
                      <a:cubicBezTo>
                        <a:pt x="22086" y="4171"/>
                        <a:pt x="21348" y="552"/>
                        <a:pt x="15205" y="28"/>
                      </a:cubicBezTo>
                      <a:cubicBezTo>
                        <a:pt x="14982" y="10"/>
                        <a:pt x="14765" y="1"/>
                        <a:pt x="14556" y="1"/>
                      </a:cubicBez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3" name="Google Shape;223;p24"/>
                <p:cNvSpPr/>
                <p:nvPr/>
              </p:nvSpPr>
              <p:spPr>
                <a:xfrm>
                  <a:off x="2771455" y="3225814"/>
                  <a:ext cx="175952" cy="309124"/>
                </a:xfrm>
                <a:custGeom>
                  <a:rect b="b" l="l" r="r" t="t"/>
                  <a:pathLst>
                    <a:path extrusionOk="0" h="9979" w="5680">
                      <a:moveTo>
                        <a:pt x="3959" y="1"/>
                      </a:moveTo>
                      <a:cubicBezTo>
                        <a:pt x="3323" y="1"/>
                        <a:pt x="2564" y="429"/>
                        <a:pt x="1810" y="1608"/>
                      </a:cubicBezTo>
                      <a:cubicBezTo>
                        <a:pt x="0" y="4418"/>
                        <a:pt x="417" y="9978"/>
                        <a:pt x="417" y="9978"/>
                      </a:cubicBezTo>
                      <a:cubicBezTo>
                        <a:pt x="2298" y="5609"/>
                        <a:pt x="5679" y="2966"/>
                        <a:pt x="5560" y="1608"/>
                      </a:cubicBezTo>
                      <a:cubicBezTo>
                        <a:pt x="5484" y="821"/>
                        <a:pt x="4839" y="1"/>
                        <a:pt x="3959" y="1"/>
                      </a:cubicBezTo>
                      <a:close/>
                    </a:path>
                  </a:pathLst>
                </a:custGeom>
                <a:solidFill>
                  <a:srgbClr val="8058BE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4" name="Google Shape;224;p24"/>
                <p:cNvSpPr/>
                <p:nvPr/>
              </p:nvSpPr>
              <p:spPr>
                <a:xfrm>
                  <a:off x="2783970" y="3232474"/>
                  <a:ext cx="132832" cy="302464"/>
                </a:xfrm>
                <a:custGeom>
                  <a:rect b="b" l="l" r="r" t="t"/>
                  <a:pathLst>
                    <a:path extrusionOk="0" fill="none" h="9764" w="4288">
                      <a:moveTo>
                        <a:pt x="4287" y="0"/>
                      </a:moveTo>
                      <a:cubicBezTo>
                        <a:pt x="4287" y="0"/>
                        <a:pt x="834" y="3548"/>
                        <a:pt x="1" y="9763"/>
                      </a:cubicBezTo>
                    </a:path>
                  </a:pathLst>
                </a:custGeom>
                <a:noFill/>
                <a:ln cap="rnd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5" name="Google Shape;225;p24"/>
                <p:cNvSpPr/>
                <p:nvPr/>
              </p:nvSpPr>
              <p:spPr>
                <a:xfrm>
                  <a:off x="2840039" y="3252021"/>
                  <a:ext cx="6288" cy="85591"/>
                </a:xfrm>
                <a:custGeom>
                  <a:rect b="b" l="l" r="r" t="t"/>
                  <a:pathLst>
                    <a:path extrusionOk="0" fill="none" h="2763" w="203">
                      <a:moveTo>
                        <a:pt x="155" y="0"/>
                      </a:moveTo>
                      <a:cubicBezTo>
                        <a:pt x="155" y="0"/>
                        <a:pt x="1" y="1989"/>
                        <a:pt x="203" y="2763"/>
                      </a:cubicBezTo>
                    </a:path>
                  </a:pathLst>
                </a:custGeom>
                <a:noFill/>
                <a:ln cap="rnd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6" name="Google Shape;226;p24"/>
                <p:cNvSpPr/>
                <p:nvPr/>
              </p:nvSpPr>
              <p:spPr>
                <a:xfrm>
                  <a:off x="2866959" y="3275626"/>
                  <a:ext cx="76762" cy="25092"/>
                </a:xfrm>
                <a:custGeom>
                  <a:rect b="b" l="l" r="r" t="t"/>
                  <a:pathLst>
                    <a:path extrusionOk="0" fill="none" h="810" w="2478">
                      <a:moveTo>
                        <a:pt x="2477" y="0"/>
                      </a:moveTo>
                      <a:cubicBezTo>
                        <a:pt x="2477" y="0"/>
                        <a:pt x="36" y="762"/>
                        <a:pt x="1" y="810"/>
                      </a:cubicBezTo>
                    </a:path>
                  </a:pathLst>
                </a:custGeom>
                <a:noFill/>
                <a:ln cap="rnd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7" name="Google Shape;227;p24"/>
                <p:cNvSpPr/>
                <p:nvPr/>
              </p:nvSpPr>
              <p:spPr>
                <a:xfrm>
                  <a:off x="2792458" y="3374475"/>
                  <a:ext cx="14776" cy="58300"/>
                </a:xfrm>
                <a:custGeom>
                  <a:rect b="b" l="l" r="r" t="t"/>
                  <a:pathLst>
                    <a:path extrusionOk="0" fill="none" h="1882" w="477">
                      <a:moveTo>
                        <a:pt x="1" y="0"/>
                      </a:moveTo>
                      <a:lnTo>
                        <a:pt x="477" y="1881"/>
                      </a:lnTo>
                    </a:path>
                  </a:pathLst>
                </a:custGeom>
                <a:noFill/>
                <a:ln cap="rnd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8" name="Google Shape;228;p24"/>
                <p:cNvSpPr/>
                <p:nvPr/>
              </p:nvSpPr>
              <p:spPr>
                <a:xfrm>
                  <a:off x="2104231" y="3269027"/>
                  <a:ext cx="277806" cy="268482"/>
                </a:xfrm>
                <a:custGeom>
                  <a:rect b="b" l="l" r="r" t="t"/>
                  <a:pathLst>
                    <a:path extrusionOk="0" h="8667" w="8968">
                      <a:moveTo>
                        <a:pt x="1308" y="0"/>
                      </a:moveTo>
                      <a:cubicBezTo>
                        <a:pt x="941" y="0"/>
                        <a:pt x="647" y="177"/>
                        <a:pt x="417" y="570"/>
                      </a:cubicBezTo>
                      <a:cubicBezTo>
                        <a:pt x="1" y="1273"/>
                        <a:pt x="572" y="2059"/>
                        <a:pt x="1489" y="2511"/>
                      </a:cubicBezTo>
                      <a:cubicBezTo>
                        <a:pt x="2394" y="2952"/>
                        <a:pt x="2691" y="3523"/>
                        <a:pt x="2501" y="4035"/>
                      </a:cubicBezTo>
                      <a:cubicBezTo>
                        <a:pt x="2322" y="4559"/>
                        <a:pt x="2525" y="5262"/>
                        <a:pt x="3537" y="5369"/>
                      </a:cubicBezTo>
                      <a:cubicBezTo>
                        <a:pt x="4549" y="5464"/>
                        <a:pt x="4763" y="5940"/>
                        <a:pt x="4787" y="6952"/>
                      </a:cubicBezTo>
                      <a:cubicBezTo>
                        <a:pt x="4823" y="7964"/>
                        <a:pt x="7001" y="7655"/>
                        <a:pt x="8037" y="8071"/>
                      </a:cubicBezTo>
                      <a:cubicBezTo>
                        <a:pt x="8702" y="8342"/>
                        <a:pt x="8890" y="8512"/>
                        <a:pt x="8940" y="8598"/>
                      </a:cubicBezTo>
                      <a:lnTo>
                        <a:pt x="8940" y="8598"/>
                      </a:lnTo>
                      <a:cubicBezTo>
                        <a:pt x="8891" y="8362"/>
                        <a:pt x="8718" y="7555"/>
                        <a:pt x="8478" y="6774"/>
                      </a:cubicBezTo>
                      <a:cubicBezTo>
                        <a:pt x="8478" y="6774"/>
                        <a:pt x="7537" y="2964"/>
                        <a:pt x="5489" y="1297"/>
                      </a:cubicBezTo>
                      <a:cubicBezTo>
                        <a:pt x="4540" y="529"/>
                        <a:pt x="3988" y="365"/>
                        <a:pt x="3582" y="365"/>
                      </a:cubicBezTo>
                      <a:cubicBezTo>
                        <a:pt x="3280" y="365"/>
                        <a:pt x="3059" y="456"/>
                        <a:pt x="2816" y="456"/>
                      </a:cubicBezTo>
                      <a:cubicBezTo>
                        <a:pt x="2677" y="456"/>
                        <a:pt x="2531" y="426"/>
                        <a:pt x="2358" y="332"/>
                      </a:cubicBezTo>
                      <a:cubicBezTo>
                        <a:pt x="1957" y="118"/>
                        <a:pt x="1608" y="0"/>
                        <a:pt x="1308" y="0"/>
                      </a:cubicBezTo>
                      <a:close/>
                      <a:moveTo>
                        <a:pt x="8940" y="8598"/>
                      </a:moveTo>
                      <a:cubicBezTo>
                        <a:pt x="8949" y="8642"/>
                        <a:pt x="8954" y="8667"/>
                        <a:pt x="8954" y="8667"/>
                      </a:cubicBezTo>
                      <a:cubicBezTo>
                        <a:pt x="8954" y="8667"/>
                        <a:pt x="8967" y="8645"/>
                        <a:pt x="8940" y="8598"/>
                      </a:cubicBezTo>
                      <a:close/>
                    </a:path>
                  </a:pathLst>
                </a:custGeom>
                <a:solidFill>
                  <a:srgbClr val="A060AD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9" name="Google Shape;229;p24"/>
                <p:cNvSpPr/>
                <p:nvPr/>
              </p:nvSpPr>
              <p:spPr>
                <a:xfrm>
                  <a:off x="2116405" y="3286685"/>
                  <a:ext cx="264858" cy="251197"/>
                </a:xfrm>
                <a:custGeom>
                  <a:rect b="b" l="l" r="r" t="t"/>
                  <a:pathLst>
                    <a:path extrusionOk="0" fill="none" h="8109" w="8550">
                      <a:moveTo>
                        <a:pt x="1" y="0"/>
                      </a:moveTo>
                      <a:cubicBezTo>
                        <a:pt x="1" y="0"/>
                        <a:pt x="5025" y="2251"/>
                        <a:pt x="8549" y="8109"/>
                      </a:cubicBezTo>
                    </a:path>
                  </a:pathLst>
                </a:custGeom>
                <a:solidFill>
                  <a:srgbClr val="A060AD"/>
                </a:solidFill>
                <a:ln cap="rnd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0" name="Google Shape;230;p24"/>
                <p:cNvSpPr/>
                <p:nvPr/>
              </p:nvSpPr>
              <p:spPr>
                <a:xfrm>
                  <a:off x="2180962" y="3389220"/>
                  <a:ext cx="81905" cy="4832"/>
                </a:xfrm>
                <a:custGeom>
                  <a:rect b="b" l="l" r="r" t="t"/>
                  <a:pathLst>
                    <a:path extrusionOk="0" fill="none" h="156" w="2644">
                      <a:moveTo>
                        <a:pt x="0" y="155"/>
                      </a:moveTo>
                      <a:cubicBezTo>
                        <a:pt x="0" y="155"/>
                        <a:pt x="1584" y="0"/>
                        <a:pt x="2643" y="48"/>
                      </a:cubicBezTo>
                    </a:path>
                  </a:pathLst>
                </a:custGeom>
                <a:noFill/>
                <a:ln cap="rnd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1" name="Google Shape;231;p24"/>
                <p:cNvSpPr/>
                <p:nvPr/>
              </p:nvSpPr>
              <p:spPr>
                <a:xfrm>
                  <a:off x="2218941" y="3280768"/>
                  <a:ext cx="21405" cy="90392"/>
                </a:xfrm>
                <a:custGeom>
                  <a:rect b="b" l="l" r="r" t="t"/>
                  <a:pathLst>
                    <a:path extrusionOk="0" fill="none" h="2918" w="691">
                      <a:moveTo>
                        <a:pt x="0" y="1"/>
                      </a:moveTo>
                      <a:cubicBezTo>
                        <a:pt x="0" y="1"/>
                        <a:pt x="381" y="882"/>
                        <a:pt x="691" y="2918"/>
                      </a:cubicBezTo>
                    </a:path>
                  </a:pathLst>
                </a:custGeom>
                <a:noFill/>
                <a:ln cap="rnd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2" name="Google Shape;232;p24"/>
                <p:cNvSpPr/>
                <p:nvPr/>
              </p:nvSpPr>
              <p:spPr>
                <a:xfrm>
                  <a:off x="2252148" y="3460406"/>
                  <a:ext cx="84847" cy="24008"/>
                </a:xfrm>
                <a:custGeom>
                  <a:rect b="b" l="l" r="r" t="t"/>
                  <a:pathLst>
                    <a:path extrusionOk="0" fill="none" h="775" w="2739">
                      <a:moveTo>
                        <a:pt x="0" y="774"/>
                      </a:moveTo>
                      <a:cubicBezTo>
                        <a:pt x="0" y="774"/>
                        <a:pt x="1095" y="0"/>
                        <a:pt x="2738" y="405"/>
                      </a:cubicBezTo>
                    </a:path>
                  </a:pathLst>
                </a:custGeom>
                <a:noFill/>
                <a:ln cap="rnd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3" name="Google Shape;233;p24"/>
                <p:cNvSpPr/>
                <p:nvPr/>
              </p:nvSpPr>
              <p:spPr>
                <a:xfrm>
                  <a:off x="2453131" y="2951725"/>
                  <a:ext cx="273748" cy="239456"/>
                </a:xfrm>
                <a:custGeom>
                  <a:rect b="b" l="l" r="r" t="t"/>
                  <a:pathLst>
                    <a:path extrusionOk="0" h="7730" w="8837">
                      <a:moveTo>
                        <a:pt x="4757" y="0"/>
                      </a:moveTo>
                      <a:cubicBezTo>
                        <a:pt x="3811" y="0"/>
                        <a:pt x="2855" y="354"/>
                        <a:pt x="2108" y="1134"/>
                      </a:cubicBezTo>
                      <a:cubicBezTo>
                        <a:pt x="1" y="3360"/>
                        <a:pt x="2108" y="5539"/>
                        <a:pt x="2108" y="5539"/>
                      </a:cubicBezTo>
                      <a:lnTo>
                        <a:pt x="60" y="7730"/>
                      </a:lnTo>
                      <a:lnTo>
                        <a:pt x="3013" y="6003"/>
                      </a:lnTo>
                      <a:cubicBezTo>
                        <a:pt x="3573" y="6391"/>
                        <a:pt x="4272" y="6573"/>
                        <a:pt x="4983" y="6573"/>
                      </a:cubicBezTo>
                      <a:cubicBezTo>
                        <a:pt x="6869" y="6573"/>
                        <a:pt x="8836" y="5285"/>
                        <a:pt x="8490" y="3122"/>
                      </a:cubicBezTo>
                      <a:cubicBezTo>
                        <a:pt x="8197" y="1194"/>
                        <a:pt x="6495" y="0"/>
                        <a:pt x="4757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4" name="Google Shape;234;p24"/>
                <p:cNvSpPr/>
                <p:nvPr/>
              </p:nvSpPr>
              <p:spPr>
                <a:xfrm>
                  <a:off x="2420697" y="3227518"/>
                  <a:ext cx="11090" cy="9789"/>
                </a:xfrm>
                <a:custGeom>
                  <a:rect b="b" l="l" r="r" t="t"/>
                  <a:pathLst>
                    <a:path extrusionOk="0" h="316" w="358">
                      <a:moveTo>
                        <a:pt x="25" y="1"/>
                      </a:moveTo>
                      <a:cubicBezTo>
                        <a:pt x="14" y="1"/>
                        <a:pt x="0" y="14"/>
                        <a:pt x="0" y="41"/>
                      </a:cubicBezTo>
                      <a:lnTo>
                        <a:pt x="0" y="291"/>
                      </a:lnTo>
                      <a:cubicBezTo>
                        <a:pt x="0" y="303"/>
                        <a:pt x="24" y="315"/>
                        <a:pt x="36" y="315"/>
                      </a:cubicBezTo>
                      <a:lnTo>
                        <a:pt x="334" y="315"/>
                      </a:lnTo>
                      <a:cubicBezTo>
                        <a:pt x="345" y="315"/>
                        <a:pt x="357" y="303"/>
                        <a:pt x="357" y="291"/>
                      </a:cubicBezTo>
                      <a:lnTo>
                        <a:pt x="357" y="41"/>
                      </a:lnTo>
                      <a:cubicBezTo>
                        <a:pt x="357" y="17"/>
                        <a:pt x="345" y="5"/>
                        <a:pt x="334" y="5"/>
                      </a:cubicBezTo>
                      <a:lnTo>
                        <a:pt x="36" y="5"/>
                      </a:lnTo>
                      <a:cubicBezTo>
                        <a:pt x="33" y="2"/>
                        <a:pt x="29" y="1"/>
                        <a:pt x="25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5" name="Google Shape;235;p24"/>
                <p:cNvSpPr/>
                <p:nvPr/>
              </p:nvSpPr>
              <p:spPr>
                <a:xfrm>
                  <a:off x="2422525" y="3220672"/>
                  <a:ext cx="8147" cy="6660"/>
                </a:xfrm>
                <a:custGeom>
                  <a:rect b="b" l="l" r="r" t="t"/>
                  <a:pathLst>
                    <a:path extrusionOk="0" h="215" w="263">
                      <a:moveTo>
                        <a:pt x="120" y="0"/>
                      </a:moveTo>
                      <a:cubicBezTo>
                        <a:pt x="25" y="24"/>
                        <a:pt x="1" y="155"/>
                        <a:pt x="1" y="215"/>
                      </a:cubicBezTo>
                      <a:lnTo>
                        <a:pt x="60" y="215"/>
                      </a:lnTo>
                      <a:cubicBezTo>
                        <a:pt x="60" y="167"/>
                        <a:pt x="84" y="60"/>
                        <a:pt x="144" y="60"/>
                      </a:cubicBezTo>
                      <a:cubicBezTo>
                        <a:pt x="155" y="60"/>
                        <a:pt x="167" y="60"/>
                        <a:pt x="167" y="84"/>
                      </a:cubicBezTo>
                      <a:cubicBezTo>
                        <a:pt x="203" y="107"/>
                        <a:pt x="215" y="167"/>
                        <a:pt x="215" y="215"/>
                      </a:cubicBezTo>
                      <a:lnTo>
                        <a:pt x="263" y="215"/>
                      </a:lnTo>
                      <a:cubicBezTo>
                        <a:pt x="263" y="167"/>
                        <a:pt x="239" y="84"/>
                        <a:pt x="203" y="36"/>
                      </a:cubicBezTo>
                      <a:cubicBezTo>
                        <a:pt x="179" y="24"/>
                        <a:pt x="155" y="0"/>
                        <a:pt x="120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6" name="Google Shape;236;p24"/>
                <p:cNvSpPr/>
                <p:nvPr/>
              </p:nvSpPr>
              <p:spPr>
                <a:xfrm>
                  <a:off x="2567097" y="3043635"/>
                  <a:ext cx="69018" cy="62358"/>
                </a:xfrm>
                <a:custGeom>
                  <a:rect b="b" l="l" r="r" t="t"/>
                  <a:pathLst>
                    <a:path extrusionOk="0" h="2013" w="2228">
                      <a:moveTo>
                        <a:pt x="215" y="0"/>
                      </a:moveTo>
                      <a:cubicBezTo>
                        <a:pt x="96" y="0"/>
                        <a:pt x="1" y="107"/>
                        <a:pt x="1" y="226"/>
                      </a:cubicBezTo>
                      <a:lnTo>
                        <a:pt x="1" y="1786"/>
                      </a:lnTo>
                      <a:cubicBezTo>
                        <a:pt x="1" y="1905"/>
                        <a:pt x="96" y="2012"/>
                        <a:pt x="215" y="2012"/>
                      </a:cubicBezTo>
                      <a:lnTo>
                        <a:pt x="2001" y="2012"/>
                      </a:lnTo>
                      <a:cubicBezTo>
                        <a:pt x="2120" y="2012"/>
                        <a:pt x="2227" y="1905"/>
                        <a:pt x="2227" y="1786"/>
                      </a:cubicBezTo>
                      <a:lnTo>
                        <a:pt x="2227" y="226"/>
                      </a:lnTo>
                      <a:cubicBezTo>
                        <a:pt x="2227" y="107"/>
                        <a:pt x="2120" y="0"/>
                        <a:pt x="2001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7" name="Google Shape;237;p24"/>
                <p:cNvSpPr/>
                <p:nvPr/>
              </p:nvSpPr>
              <p:spPr>
                <a:xfrm>
                  <a:off x="2577443" y="3005099"/>
                  <a:ext cx="48697" cy="38567"/>
                </a:xfrm>
                <a:custGeom>
                  <a:rect b="b" l="l" r="r" t="t"/>
                  <a:pathLst>
                    <a:path extrusionOk="0" h="1245" w="1572">
                      <a:moveTo>
                        <a:pt x="839" y="0"/>
                      </a:moveTo>
                      <a:cubicBezTo>
                        <a:pt x="810" y="0"/>
                        <a:pt x="780" y="2"/>
                        <a:pt x="750" y="6"/>
                      </a:cubicBezTo>
                      <a:cubicBezTo>
                        <a:pt x="107" y="101"/>
                        <a:pt x="24" y="875"/>
                        <a:pt x="0" y="1244"/>
                      </a:cubicBezTo>
                      <a:lnTo>
                        <a:pt x="334" y="1244"/>
                      </a:lnTo>
                      <a:cubicBezTo>
                        <a:pt x="346" y="947"/>
                        <a:pt x="405" y="375"/>
                        <a:pt x="798" y="327"/>
                      </a:cubicBezTo>
                      <a:cubicBezTo>
                        <a:pt x="816" y="322"/>
                        <a:pt x="833" y="320"/>
                        <a:pt x="850" y="320"/>
                      </a:cubicBezTo>
                      <a:cubicBezTo>
                        <a:pt x="907" y="320"/>
                        <a:pt x="954" y="350"/>
                        <a:pt x="1000" y="387"/>
                      </a:cubicBezTo>
                      <a:cubicBezTo>
                        <a:pt x="1179" y="542"/>
                        <a:pt x="1239" y="982"/>
                        <a:pt x="1250" y="1244"/>
                      </a:cubicBezTo>
                      <a:lnTo>
                        <a:pt x="1572" y="1244"/>
                      </a:lnTo>
                      <a:cubicBezTo>
                        <a:pt x="1548" y="947"/>
                        <a:pt x="1489" y="411"/>
                        <a:pt x="1215" y="149"/>
                      </a:cubicBezTo>
                      <a:cubicBezTo>
                        <a:pt x="1116" y="50"/>
                        <a:pt x="983" y="0"/>
                        <a:pt x="83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8" name="Google Shape;238;p24"/>
                <p:cNvSpPr/>
                <p:nvPr/>
              </p:nvSpPr>
              <p:spPr>
                <a:xfrm>
                  <a:off x="2339164" y="3211812"/>
                  <a:ext cx="468813" cy="338615"/>
                </a:xfrm>
                <a:custGeom>
                  <a:rect b="b" l="l" r="r" t="t"/>
                  <a:pathLst>
                    <a:path extrusionOk="0" h="10931" w="15134">
                      <a:moveTo>
                        <a:pt x="1" y="0"/>
                      </a:moveTo>
                      <a:lnTo>
                        <a:pt x="1" y="10930"/>
                      </a:lnTo>
                      <a:lnTo>
                        <a:pt x="15134" y="10930"/>
                      </a:lnTo>
                      <a:lnTo>
                        <a:pt x="1513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9" name="Google Shape;239;p24"/>
                <p:cNvSpPr/>
                <p:nvPr/>
              </p:nvSpPr>
              <p:spPr>
                <a:xfrm>
                  <a:off x="2339164" y="3211812"/>
                  <a:ext cx="468813" cy="34323"/>
                </a:xfrm>
                <a:custGeom>
                  <a:rect b="b" l="l" r="r" t="t"/>
                  <a:pathLst>
                    <a:path extrusionOk="0" h="1108" w="15134">
                      <a:moveTo>
                        <a:pt x="1" y="0"/>
                      </a:moveTo>
                      <a:lnTo>
                        <a:pt x="1" y="1108"/>
                      </a:lnTo>
                      <a:lnTo>
                        <a:pt x="15134" y="1108"/>
                      </a:lnTo>
                      <a:lnTo>
                        <a:pt x="15134" y="0"/>
                      </a:lnTo>
                      <a:close/>
                    </a:path>
                  </a:pathLst>
                </a:custGeom>
                <a:solidFill>
                  <a:srgbClr val="DD90B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0" name="Google Shape;240;p24"/>
                <p:cNvSpPr/>
                <p:nvPr/>
              </p:nvSpPr>
              <p:spPr>
                <a:xfrm>
                  <a:off x="2350595" y="3221756"/>
                  <a:ext cx="18494" cy="15179"/>
                </a:xfrm>
                <a:custGeom>
                  <a:rect b="b" l="l" r="r" t="t"/>
                  <a:pathLst>
                    <a:path extrusionOk="0" h="490" w="597">
                      <a:moveTo>
                        <a:pt x="299" y="1"/>
                      </a:moveTo>
                      <a:cubicBezTo>
                        <a:pt x="1" y="13"/>
                        <a:pt x="1" y="489"/>
                        <a:pt x="299" y="489"/>
                      </a:cubicBezTo>
                      <a:cubicBezTo>
                        <a:pt x="596" y="489"/>
                        <a:pt x="596" y="1"/>
                        <a:pt x="299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1" name="Google Shape;241;p24"/>
                <p:cNvSpPr/>
                <p:nvPr/>
              </p:nvSpPr>
              <p:spPr>
                <a:xfrm>
                  <a:off x="2372000" y="3221756"/>
                  <a:ext cx="18463" cy="15179"/>
                </a:xfrm>
                <a:custGeom>
                  <a:rect b="b" l="l" r="r" t="t"/>
                  <a:pathLst>
                    <a:path extrusionOk="0" h="490" w="596">
                      <a:moveTo>
                        <a:pt x="298" y="1"/>
                      </a:moveTo>
                      <a:cubicBezTo>
                        <a:pt x="1" y="13"/>
                        <a:pt x="1" y="489"/>
                        <a:pt x="298" y="489"/>
                      </a:cubicBezTo>
                      <a:cubicBezTo>
                        <a:pt x="596" y="489"/>
                        <a:pt x="596" y="1"/>
                        <a:pt x="298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2" name="Google Shape;242;p24"/>
                <p:cNvSpPr/>
                <p:nvPr/>
              </p:nvSpPr>
              <p:spPr>
                <a:xfrm>
                  <a:off x="2393778" y="3221756"/>
                  <a:ext cx="18463" cy="15179"/>
                </a:xfrm>
                <a:custGeom>
                  <a:rect b="b" l="l" r="r" t="t"/>
                  <a:pathLst>
                    <a:path extrusionOk="0" h="490" w="596">
                      <a:moveTo>
                        <a:pt x="298" y="1"/>
                      </a:moveTo>
                      <a:cubicBezTo>
                        <a:pt x="0" y="13"/>
                        <a:pt x="0" y="489"/>
                        <a:pt x="298" y="489"/>
                      </a:cubicBezTo>
                      <a:cubicBezTo>
                        <a:pt x="595" y="489"/>
                        <a:pt x="595" y="1"/>
                        <a:pt x="298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3" name="Google Shape;243;p24"/>
                <p:cNvSpPr/>
                <p:nvPr/>
              </p:nvSpPr>
              <p:spPr>
                <a:xfrm>
                  <a:off x="2307815" y="3048065"/>
                  <a:ext cx="97053" cy="129858"/>
                </a:xfrm>
                <a:custGeom>
                  <a:rect b="b" l="l" r="r" t="t"/>
                  <a:pathLst>
                    <a:path extrusionOk="0" h="4192" w="3133">
                      <a:moveTo>
                        <a:pt x="525" y="0"/>
                      </a:moveTo>
                      <a:lnTo>
                        <a:pt x="1" y="417"/>
                      </a:lnTo>
                      <a:lnTo>
                        <a:pt x="1465" y="2774"/>
                      </a:lnTo>
                      <a:lnTo>
                        <a:pt x="525" y="3536"/>
                      </a:lnTo>
                      <a:lnTo>
                        <a:pt x="2846" y="4191"/>
                      </a:lnTo>
                      <a:lnTo>
                        <a:pt x="3132" y="1691"/>
                      </a:lnTo>
                      <a:lnTo>
                        <a:pt x="2144" y="2417"/>
                      </a:lnTo>
                      <a:lnTo>
                        <a:pt x="525" y="0"/>
                      </a:lnTo>
                      <a:close/>
                    </a:path>
                  </a:pathLst>
                </a:custGeom>
                <a:solidFill>
                  <a:srgbClr val="A060AD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4" name="Google Shape;244;p24"/>
                <p:cNvSpPr/>
                <p:nvPr/>
              </p:nvSpPr>
              <p:spPr>
                <a:xfrm>
                  <a:off x="2381603" y="3280768"/>
                  <a:ext cx="384710" cy="227623"/>
                </a:xfrm>
                <a:custGeom>
                  <a:rect b="b" l="l" r="r" t="t"/>
                  <a:pathLst>
                    <a:path extrusionOk="0" h="7348" w="12419">
                      <a:moveTo>
                        <a:pt x="0" y="1"/>
                      </a:moveTo>
                      <a:lnTo>
                        <a:pt x="0" y="7347"/>
                      </a:lnTo>
                      <a:lnTo>
                        <a:pt x="12418" y="7347"/>
                      </a:lnTo>
                      <a:lnTo>
                        <a:pt x="12418" y="1"/>
                      </a:lnTo>
                      <a:close/>
                    </a:path>
                  </a:pathLst>
                </a:custGeom>
                <a:solidFill>
                  <a:srgbClr val="DD90B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cxnSp>
          <p:nvCxnSpPr>
            <p:cNvPr id="245" name="Google Shape;245;p24"/>
            <p:cNvCxnSpPr>
              <a:stCxn id="220" idx="3"/>
            </p:cNvCxnSpPr>
            <p:nvPr/>
          </p:nvCxnSpPr>
          <p:spPr>
            <a:xfrm flipH="1" rot="10800000">
              <a:off x="2240700" y="3619525"/>
              <a:ext cx="2026500" cy="403500"/>
            </a:xfrm>
            <a:prstGeom prst="bentConnector3">
              <a:avLst>
                <a:gd fmla="val 50000" name="adj1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246" name="Google Shape;246;p24"/>
          <p:cNvGrpSpPr/>
          <p:nvPr/>
        </p:nvGrpSpPr>
        <p:grpSpPr>
          <a:xfrm>
            <a:off x="5403850" y="996876"/>
            <a:ext cx="3352800" cy="1765745"/>
            <a:chOff x="4952925" y="1118377"/>
            <a:chExt cx="3352800" cy="1550123"/>
          </a:xfrm>
        </p:grpSpPr>
        <p:grpSp>
          <p:nvGrpSpPr>
            <p:cNvPr id="247" name="Google Shape;247;p24"/>
            <p:cNvGrpSpPr/>
            <p:nvPr/>
          </p:nvGrpSpPr>
          <p:grpSpPr>
            <a:xfrm>
              <a:off x="6903225" y="1118377"/>
              <a:ext cx="1402500" cy="1550123"/>
              <a:chOff x="6903225" y="1118377"/>
              <a:chExt cx="1402500" cy="1550123"/>
            </a:xfrm>
          </p:grpSpPr>
          <p:sp>
            <p:nvSpPr>
              <p:cNvPr id="248" name="Google Shape;248;p24"/>
              <p:cNvSpPr/>
              <p:nvPr/>
            </p:nvSpPr>
            <p:spPr>
              <a:xfrm>
                <a:off x="6903225" y="1653600"/>
                <a:ext cx="1402500" cy="1014900"/>
              </a:xfrm>
              <a:prstGeom prst="roundRect">
                <a:avLst>
                  <a:gd fmla="val 16667" name="adj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49" name="Google Shape;249;p24"/>
              <p:cNvGrpSpPr/>
              <p:nvPr/>
            </p:nvGrpSpPr>
            <p:grpSpPr>
              <a:xfrm>
                <a:off x="7164083" y="1118377"/>
                <a:ext cx="880783" cy="572371"/>
                <a:chOff x="6072077" y="1340399"/>
                <a:chExt cx="880783" cy="572371"/>
              </a:xfrm>
            </p:grpSpPr>
            <p:sp>
              <p:nvSpPr>
                <p:cNvPr id="250" name="Google Shape;250;p24"/>
                <p:cNvSpPr/>
                <p:nvPr/>
              </p:nvSpPr>
              <p:spPr>
                <a:xfrm>
                  <a:off x="6089393" y="1360999"/>
                  <a:ext cx="863467" cy="551771"/>
                </a:xfrm>
                <a:custGeom>
                  <a:rect b="b" l="l" r="r" t="t"/>
                  <a:pathLst>
                    <a:path extrusionOk="0" h="17812" w="27874">
                      <a:moveTo>
                        <a:pt x="11996" y="1"/>
                      </a:moveTo>
                      <a:cubicBezTo>
                        <a:pt x="11959" y="1"/>
                        <a:pt x="11921" y="1"/>
                        <a:pt x="11883" y="2"/>
                      </a:cubicBezTo>
                      <a:cubicBezTo>
                        <a:pt x="8192" y="62"/>
                        <a:pt x="6847" y="5110"/>
                        <a:pt x="3418" y="7324"/>
                      </a:cubicBezTo>
                      <a:cubicBezTo>
                        <a:pt x="1" y="9539"/>
                        <a:pt x="1810" y="14242"/>
                        <a:pt x="4561" y="15123"/>
                      </a:cubicBezTo>
                      <a:cubicBezTo>
                        <a:pt x="7323" y="16004"/>
                        <a:pt x="10085" y="17290"/>
                        <a:pt x="10085" y="17290"/>
                      </a:cubicBezTo>
                      <a:cubicBezTo>
                        <a:pt x="12150" y="17657"/>
                        <a:pt x="13775" y="17811"/>
                        <a:pt x="15080" y="17811"/>
                      </a:cubicBezTo>
                      <a:cubicBezTo>
                        <a:pt x="20330" y="17811"/>
                        <a:pt x="20398" y="15317"/>
                        <a:pt x="23039" y="14182"/>
                      </a:cubicBezTo>
                      <a:cubicBezTo>
                        <a:pt x="26337" y="12801"/>
                        <a:pt x="27873" y="9134"/>
                        <a:pt x="26135" y="5908"/>
                      </a:cubicBezTo>
                      <a:cubicBezTo>
                        <a:pt x="24921" y="3686"/>
                        <a:pt x="22895" y="3383"/>
                        <a:pt x="20914" y="3383"/>
                      </a:cubicBezTo>
                      <a:cubicBezTo>
                        <a:pt x="20174" y="3383"/>
                        <a:pt x="19441" y="3426"/>
                        <a:pt x="18759" y="3426"/>
                      </a:cubicBezTo>
                      <a:cubicBezTo>
                        <a:pt x="18616" y="3426"/>
                        <a:pt x="18475" y="3424"/>
                        <a:pt x="18336" y="3419"/>
                      </a:cubicBezTo>
                      <a:cubicBezTo>
                        <a:pt x="15815" y="3360"/>
                        <a:pt x="15579" y="1"/>
                        <a:pt x="11996" y="1"/>
                      </a:cubicBez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1" name="Google Shape;251;p24"/>
                <p:cNvSpPr/>
                <p:nvPr/>
              </p:nvSpPr>
              <p:spPr>
                <a:xfrm>
                  <a:off x="6072077" y="1388507"/>
                  <a:ext cx="405495" cy="513266"/>
                </a:xfrm>
                <a:custGeom>
                  <a:rect b="b" l="l" r="r" t="t"/>
                  <a:pathLst>
                    <a:path extrusionOk="0" h="16569" w="13090">
                      <a:moveTo>
                        <a:pt x="4972" y="0"/>
                      </a:moveTo>
                      <a:cubicBezTo>
                        <a:pt x="4644" y="0"/>
                        <a:pt x="4326" y="32"/>
                        <a:pt x="4024" y="90"/>
                      </a:cubicBezTo>
                      <a:cubicBezTo>
                        <a:pt x="536" y="769"/>
                        <a:pt x="0" y="7472"/>
                        <a:pt x="4370" y="10175"/>
                      </a:cubicBezTo>
                      <a:cubicBezTo>
                        <a:pt x="8739" y="12854"/>
                        <a:pt x="11240" y="16569"/>
                        <a:pt x="11240" y="16569"/>
                      </a:cubicBezTo>
                      <a:cubicBezTo>
                        <a:pt x="13089" y="3566"/>
                        <a:pt x="8456" y="0"/>
                        <a:pt x="4972" y="0"/>
                      </a:cubicBezTo>
                      <a:close/>
                    </a:path>
                  </a:pathLst>
                </a:custGeom>
                <a:solidFill>
                  <a:srgbClr val="A060AD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2" name="Google Shape;252;p24"/>
                <p:cNvSpPr/>
                <p:nvPr/>
              </p:nvSpPr>
              <p:spPr>
                <a:xfrm>
                  <a:off x="6150636" y="1406350"/>
                  <a:ext cx="275173" cy="500225"/>
                </a:xfrm>
                <a:custGeom>
                  <a:rect b="b" l="l" r="r" t="t"/>
                  <a:pathLst>
                    <a:path extrusionOk="0" h="16148" w="8883">
                      <a:moveTo>
                        <a:pt x="177" y="0"/>
                      </a:moveTo>
                      <a:cubicBezTo>
                        <a:pt x="119" y="0"/>
                        <a:pt x="59" y="34"/>
                        <a:pt x="24" y="86"/>
                      </a:cubicBezTo>
                      <a:cubicBezTo>
                        <a:pt x="0" y="157"/>
                        <a:pt x="24" y="253"/>
                        <a:pt x="107" y="288"/>
                      </a:cubicBezTo>
                      <a:cubicBezTo>
                        <a:pt x="155" y="324"/>
                        <a:pt x="6596" y="3646"/>
                        <a:pt x="8561" y="16004"/>
                      </a:cubicBezTo>
                      <a:cubicBezTo>
                        <a:pt x="8573" y="16088"/>
                        <a:pt x="8632" y="16147"/>
                        <a:pt x="8704" y="16147"/>
                      </a:cubicBezTo>
                      <a:lnTo>
                        <a:pt x="8739" y="16147"/>
                      </a:lnTo>
                      <a:cubicBezTo>
                        <a:pt x="8823" y="16124"/>
                        <a:pt x="8882" y="16052"/>
                        <a:pt x="8870" y="15969"/>
                      </a:cubicBezTo>
                      <a:cubicBezTo>
                        <a:pt x="6870" y="3420"/>
                        <a:pt x="298" y="38"/>
                        <a:pt x="238" y="14"/>
                      </a:cubicBezTo>
                      <a:cubicBezTo>
                        <a:pt x="219" y="5"/>
                        <a:pt x="198" y="0"/>
                        <a:pt x="177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3" name="Google Shape;253;p24"/>
                <p:cNvSpPr/>
                <p:nvPr/>
              </p:nvSpPr>
              <p:spPr>
                <a:xfrm>
                  <a:off x="6105254" y="1525862"/>
                  <a:ext cx="222449" cy="77165"/>
                </a:xfrm>
                <a:custGeom>
                  <a:rect b="b" l="l" r="r" t="t"/>
                  <a:pathLst>
                    <a:path extrusionOk="0" h="2491" w="7181">
                      <a:moveTo>
                        <a:pt x="161" y="1"/>
                      </a:moveTo>
                      <a:cubicBezTo>
                        <a:pt x="96" y="1"/>
                        <a:pt x="35" y="57"/>
                        <a:pt x="24" y="133"/>
                      </a:cubicBezTo>
                      <a:cubicBezTo>
                        <a:pt x="1" y="216"/>
                        <a:pt x="60" y="288"/>
                        <a:pt x="155" y="300"/>
                      </a:cubicBezTo>
                      <a:cubicBezTo>
                        <a:pt x="179" y="300"/>
                        <a:pt x="3537" y="657"/>
                        <a:pt x="6930" y="2479"/>
                      </a:cubicBezTo>
                      <a:cubicBezTo>
                        <a:pt x="6954" y="2491"/>
                        <a:pt x="6966" y="2491"/>
                        <a:pt x="7001" y="2491"/>
                      </a:cubicBezTo>
                      <a:cubicBezTo>
                        <a:pt x="7061" y="2491"/>
                        <a:pt x="7121" y="2467"/>
                        <a:pt x="7132" y="2419"/>
                      </a:cubicBezTo>
                      <a:cubicBezTo>
                        <a:pt x="7180" y="2336"/>
                        <a:pt x="7144" y="2252"/>
                        <a:pt x="7073" y="2205"/>
                      </a:cubicBezTo>
                      <a:cubicBezTo>
                        <a:pt x="3620" y="359"/>
                        <a:pt x="215" y="2"/>
                        <a:pt x="179" y="2"/>
                      </a:cubicBezTo>
                      <a:cubicBezTo>
                        <a:pt x="173" y="1"/>
                        <a:pt x="167" y="1"/>
                        <a:pt x="161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4" name="Google Shape;254;p24"/>
                <p:cNvSpPr/>
                <p:nvPr/>
              </p:nvSpPr>
              <p:spPr>
                <a:xfrm>
                  <a:off x="6338360" y="1433549"/>
                  <a:ext cx="54242" cy="227747"/>
                </a:xfrm>
                <a:custGeom>
                  <a:rect b="b" l="l" r="r" t="t"/>
                  <a:pathLst>
                    <a:path extrusionOk="0" h="7352" w="1751">
                      <a:moveTo>
                        <a:pt x="168" y="0"/>
                      </a:moveTo>
                      <a:cubicBezTo>
                        <a:pt x="136" y="0"/>
                        <a:pt x="102" y="10"/>
                        <a:pt x="72" y="29"/>
                      </a:cubicBezTo>
                      <a:cubicBezTo>
                        <a:pt x="12" y="65"/>
                        <a:pt x="0" y="160"/>
                        <a:pt x="36" y="232"/>
                      </a:cubicBezTo>
                      <a:cubicBezTo>
                        <a:pt x="48" y="244"/>
                        <a:pt x="1441" y="2268"/>
                        <a:pt x="262" y="7149"/>
                      </a:cubicBezTo>
                      <a:cubicBezTo>
                        <a:pt x="250" y="7245"/>
                        <a:pt x="298" y="7328"/>
                        <a:pt x="381" y="7352"/>
                      </a:cubicBezTo>
                      <a:lnTo>
                        <a:pt x="417" y="7352"/>
                      </a:lnTo>
                      <a:cubicBezTo>
                        <a:pt x="477" y="7352"/>
                        <a:pt x="548" y="7304"/>
                        <a:pt x="548" y="7233"/>
                      </a:cubicBezTo>
                      <a:cubicBezTo>
                        <a:pt x="1751" y="2208"/>
                        <a:pt x="334" y="148"/>
                        <a:pt x="274" y="53"/>
                      </a:cubicBezTo>
                      <a:cubicBezTo>
                        <a:pt x="253" y="19"/>
                        <a:pt x="212" y="0"/>
                        <a:pt x="168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5" name="Google Shape;255;p24"/>
                <p:cNvSpPr/>
                <p:nvPr/>
              </p:nvSpPr>
              <p:spPr>
                <a:xfrm>
                  <a:off x="6221450" y="1710983"/>
                  <a:ext cx="169323" cy="44360"/>
                </a:xfrm>
                <a:custGeom>
                  <a:rect b="b" l="l" r="r" t="t"/>
                  <a:pathLst>
                    <a:path extrusionOk="0" h="1432" w="5466">
                      <a:moveTo>
                        <a:pt x="521" y="0"/>
                      </a:moveTo>
                      <a:cubicBezTo>
                        <a:pt x="300" y="0"/>
                        <a:pt x="174" y="12"/>
                        <a:pt x="155" y="15"/>
                      </a:cubicBezTo>
                      <a:cubicBezTo>
                        <a:pt x="83" y="15"/>
                        <a:pt x="0" y="86"/>
                        <a:pt x="24" y="182"/>
                      </a:cubicBezTo>
                      <a:cubicBezTo>
                        <a:pt x="24" y="253"/>
                        <a:pt x="95" y="313"/>
                        <a:pt x="179" y="313"/>
                      </a:cubicBezTo>
                      <a:cubicBezTo>
                        <a:pt x="184" y="313"/>
                        <a:pt x="286" y="304"/>
                        <a:pt x="474" y="304"/>
                      </a:cubicBezTo>
                      <a:cubicBezTo>
                        <a:pt x="1144" y="304"/>
                        <a:pt x="2902" y="413"/>
                        <a:pt x="5227" y="1408"/>
                      </a:cubicBezTo>
                      <a:cubicBezTo>
                        <a:pt x="5239" y="1432"/>
                        <a:pt x="5275" y="1432"/>
                        <a:pt x="5286" y="1432"/>
                      </a:cubicBezTo>
                      <a:cubicBezTo>
                        <a:pt x="5358" y="1432"/>
                        <a:pt x="5406" y="1384"/>
                        <a:pt x="5417" y="1337"/>
                      </a:cubicBezTo>
                      <a:cubicBezTo>
                        <a:pt x="5465" y="1253"/>
                        <a:pt x="5417" y="1158"/>
                        <a:pt x="5346" y="1134"/>
                      </a:cubicBezTo>
                      <a:cubicBezTo>
                        <a:pt x="3006" y="129"/>
                        <a:pt x="1249" y="0"/>
                        <a:pt x="52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6" name="Google Shape;256;p24"/>
                <p:cNvSpPr/>
                <p:nvPr/>
              </p:nvSpPr>
              <p:spPr>
                <a:xfrm>
                  <a:off x="6665513" y="1340771"/>
                  <a:ext cx="162291" cy="162291"/>
                </a:xfrm>
                <a:custGeom>
                  <a:rect b="b" l="l" r="r" t="t"/>
                  <a:pathLst>
                    <a:path extrusionOk="0" h="5239" w="5239">
                      <a:moveTo>
                        <a:pt x="2620" y="0"/>
                      </a:moveTo>
                      <a:cubicBezTo>
                        <a:pt x="1167" y="0"/>
                        <a:pt x="0" y="1167"/>
                        <a:pt x="0" y="2620"/>
                      </a:cubicBezTo>
                      <a:cubicBezTo>
                        <a:pt x="0" y="4060"/>
                        <a:pt x="1167" y="5239"/>
                        <a:pt x="2620" y="5239"/>
                      </a:cubicBezTo>
                      <a:cubicBezTo>
                        <a:pt x="4072" y="5239"/>
                        <a:pt x="5239" y="4060"/>
                        <a:pt x="5239" y="2620"/>
                      </a:cubicBezTo>
                      <a:cubicBezTo>
                        <a:pt x="5239" y="1167"/>
                        <a:pt x="4072" y="0"/>
                        <a:pt x="2620" y="0"/>
                      </a:cubicBezTo>
                      <a:close/>
                    </a:path>
                  </a:pathLst>
                </a:custGeom>
                <a:solidFill>
                  <a:srgbClr val="DD90B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7" name="Google Shape;257;p24"/>
                <p:cNvSpPr/>
                <p:nvPr/>
              </p:nvSpPr>
              <p:spPr>
                <a:xfrm>
                  <a:off x="6163523" y="1832322"/>
                  <a:ext cx="50215" cy="71682"/>
                </a:xfrm>
                <a:custGeom>
                  <a:rect b="b" l="l" r="r" t="t"/>
                  <a:pathLst>
                    <a:path extrusionOk="0" h="2314" w="1621">
                      <a:moveTo>
                        <a:pt x="1132" y="1"/>
                      </a:moveTo>
                      <a:cubicBezTo>
                        <a:pt x="931" y="1"/>
                        <a:pt x="759" y="125"/>
                        <a:pt x="679" y="325"/>
                      </a:cubicBezTo>
                      <a:cubicBezTo>
                        <a:pt x="619" y="497"/>
                        <a:pt x="558" y="678"/>
                        <a:pt x="482" y="846"/>
                      </a:cubicBezTo>
                      <a:lnTo>
                        <a:pt x="482" y="846"/>
                      </a:lnTo>
                      <a:cubicBezTo>
                        <a:pt x="485" y="838"/>
                        <a:pt x="487" y="831"/>
                        <a:pt x="489" y="825"/>
                      </a:cubicBezTo>
                      <a:lnTo>
                        <a:pt x="489" y="825"/>
                      </a:lnTo>
                      <a:cubicBezTo>
                        <a:pt x="475" y="856"/>
                        <a:pt x="462" y="887"/>
                        <a:pt x="448" y="918"/>
                      </a:cubicBezTo>
                      <a:lnTo>
                        <a:pt x="448" y="918"/>
                      </a:lnTo>
                      <a:cubicBezTo>
                        <a:pt x="446" y="923"/>
                        <a:pt x="444" y="927"/>
                        <a:pt x="441" y="932"/>
                      </a:cubicBezTo>
                      <a:cubicBezTo>
                        <a:pt x="442" y="931"/>
                        <a:pt x="442" y="931"/>
                        <a:pt x="443" y="930"/>
                      </a:cubicBezTo>
                      <a:lnTo>
                        <a:pt x="443" y="930"/>
                      </a:lnTo>
                      <a:cubicBezTo>
                        <a:pt x="339" y="1166"/>
                        <a:pt x="234" y="1394"/>
                        <a:pt x="120" y="1622"/>
                      </a:cubicBezTo>
                      <a:cubicBezTo>
                        <a:pt x="1" y="1825"/>
                        <a:pt x="60" y="2134"/>
                        <a:pt x="287" y="2253"/>
                      </a:cubicBezTo>
                      <a:cubicBezTo>
                        <a:pt x="356" y="2294"/>
                        <a:pt x="437" y="2314"/>
                        <a:pt x="519" y="2314"/>
                      </a:cubicBezTo>
                      <a:cubicBezTo>
                        <a:pt x="678" y="2314"/>
                        <a:pt x="839" y="2240"/>
                        <a:pt x="918" y="2099"/>
                      </a:cubicBezTo>
                      <a:cubicBezTo>
                        <a:pt x="1180" y="1599"/>
                        <a:pt x="1394" y="1099"/>
                        <a:pt x="1572" y="575"/>
                      </a:cubicBezTo>
                      <a:cubicBezTo>
                        <a:pt x="1620" y="468"/>
                        <a:pt x="1596" y="313"/>
                        <a:pt x="1537" y="218"/>
                      </a:cubicBezTo>
                      <a:cubicBezTo>
                        <a:pt x="1477" y="134"/>
                        <a:pt x="1370" y="27"/>
                        <a:pt x="1251" y="15"/>
                      </a:cubicBezTo>
                      <a:cubicBezTo>
                        <a:pt x="1210" y="5"/>
                        <a:pt x="1171" y="1"/>
                        <a:pt x="1132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8" name="Google Shape;258;p24"/>
                <p:cNvSpPr/>
                <p:nvPr/>
              </p:nvSpPr>
              <p:spPr>
                <a:xfrm>
                  <a:off x="6139174" y="1837278"/>
                  <a:ext cx="93366" cy="54613"/>
                </a:xfrm>
                <a:custGeom>
                  <a:rect b="b" l="l" r="r" t="t"/>
                  <a:pathLst>
                    <a:path extrusionOk="0" h="1763" w="3014">
                      <a:moveTo>
                        <a:pt x="477" y="0"/>
                      </a:moveTo>
                      <a:cubicBezTo>
                        <a:pt x="320" y="0"/>
                        <a:pt x="170" y="69"/>
                        <a:pt x="84" y="224"/>
                      </a:cubicBezTo>
                      <a:cubicBezTo>
                        <a:pt x="1" y="450"/>
                        <a:pt x="25" y="760"/>
                        <a:pt x="263" y="867"/>
                      </a:cubicBezTo>
                      <a:cubicBezTo>
                        <a:pt x="965" y="1189"/>
                        <a:pt x="1668" y="1486"/>
                        <a:pt x="2394" y="1736"/>
                      </a:cubicBezTo>
                      <a:cubicBezTo>
                        <a:pt x="2434" y="1754"/>
                        <a:pt x="2478" y="1762"/>
                        <a:pt x="2521" y="1762"/>
                      </a:cubicBezTo>
                      <a:cubicBezTo>
                        <a:pt x="2711" y="1762"/>
                        <a:pt x="2915" y="1608"/>
                        <a:pt x="2954" y="1415"/>
                      </a:cubicBezTo>
                      <a:cubicBezTo>
                        <a:pt x="3013" y="1141"/>
                        <a:pt x="2882" y="939"/>
                        <a:pt x="2632" y="843"/>
                      </a:cubicBezTo>
                      <a:cubicBezTo>
                        <a:pt x="2287" y="724"/>
                        <a:pt x="1954" y="593"/>
                        <a:pt x="1632" y="462"/>
                      </a:cubicBezTo>
                      <a:cubicBezTo>
                        <a:pt x="1596" y="439"/>
                        <a:pt x="1561" y="427"/>
                        <a:pt x="1525" y="415"/>
                      </a:cubicBezTo>
                      <a:lnTo>
                        <a:pt x="1525" y="415"/>
                      </a:lnTo>
                      <a:cubicBezTo>
                        <a:pt x="1554" y="428"/>
                        <a:pt x="1564" y="433"/>
                        <a:pt x="1562" y="433"/>
                      </a:cubicBezTo>
                      <a:cubicBezTo>
                        <a:pt x="1559" y="433"/>
                        <a:pt x="1474" y="396"/>
                        <a:pt x="1465" y="379"/>
                      </a:cubicBezTo>
                      <a:cubicBezTo>
                        <a:pt x="1382" y="355"/>
                        <a:pt x="1299" y="308"/>
                        <a:pt x="1215" y="284"/>
                      </a:cubicBezTo>
                      <a:lnTo>
                        <a:pt x="727" y="58"/>
                      </a:lnTo>
                      <a:cubicBezTo>
                        <a:pt x="648" y="20"/>
                        <a:pt x="562" y="0"/>
                        <a:pt x="477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9" name="Google Shape;259;p24"/>
                <p:cNvSpPr/>
                <p:nvPr/>
              </p:nvSpPr>
              <p:spPr>
                <a:xfrm>
                  <a:off x="6769876" y="1602779"/>
                  <a:ext cx="50184" cy="72178"/>
                </a:xfrm>
                <a:custGeom>
                  <a:rect b="b" l="l" r="r" t="t"/>
                  <a:pathLst>
                    <a:path extrusionOk="0" h="2330" w="1620">
                      <a:moveTo>
                        <a:pt x="489" y="841"/>
                      </a:moveTo>
                      <a:cubicBezTo>
                        <a:pt x="482" y="856"/>
                        <a:pt x="475" y="872"/>
                        <a:pt x="469" y="887"/>
                      </a:cubicBezTo>
                      <a:lnTo>
                        <a:pt x="469" y="887"/>
                      </a:lnTo>
                      <a:cubicBezTo>
                        <a:pt x="476" y="872"/>
                        <a:pt x="484" y="856"/>
                        <a:pt x="489" y="841"/>
                      </a:cubicBezTo>
                      <a:close/>
                      <a:moveTo>
                        <a:pt x="1113" y="0"/>
                      </a:moveTo>
                      <a:cubicBezTo>
                        <a:pt x="915" y="0"/>
                        <a:pt x="757" y="127"/>
                        <a:pt x="679" y="341"/>
                      </a:cubicBezTo>
                      <a:cubicBezTo>
                        <a:pt x="610" y="539"/>
                        <a:pt x="540" y="748"/>
                        <a:pt x="448" y="935"/>
                      </a:cubicBezTo>
                      <a:lnTo>
                        <a:pt x="448" y="935"/>
                      </a:lnTo>
                      <a:cubicBezTo>
                        <a:pt x="455" y="919"/>
                        <a:pt x="462" y="903"/>
                        <a:pt x="469" y="887"/>
                      </a:cubicBezTo>
                      <a:lnTo>
                        <a:pt x="469" y="887"/>
                      </a:lnTo>
                      <a:cubicBezTo>
                        <a:pt x="459" y="908"/>
                        <a:pt x="448" y="928"/>
                        <a:pt x="441" y="948"/>
                      </a:cubicBezTo>
                      <a:cubicBezTo>
                        <a:pt x="443" y="944"/>
                        <a:pt x="446" y="939"/>
                        <a:pt x="448" y="935"/>
                      </a:cubicBezTo>
                      <a:lnTo>
                        <a:pt x="448" y="935"/>
                      </a:lnTo>
                      <a:cubicBezTo>
                        <a:pt x="342" y="1175"/>
                        <a:pt x="236" y="1405"/>
                        <a:pt x="120" y="1627"/>
                      </a:cubicBezTo>
                      <a:cubicBezTo>
                        <a:pt x="1" y="1841"/>
                        <a:pt x="60" y="2151"/>
                        <a:pt x="275" y="2270"/>
                      </a:cubicBezTo>
                      <a:cubicBezTo>
                        <a:pt x="347" y="2310"/>
                        <a:pt x="430" y="2330"/>
                        <a:pt x="513" y="2330"/>
                      </a:cubicBezTo>
                      <a:cubicBezTo>
                        <a:pt x="676" y="2330"/>
                        <a:pt x="839" y="2253"/>
                        <a:pt x="917" y="2103"/>
                      </a:cubicBezTo>
                      <a:cubicBezTo>
                        <a:pt x="1167" y="1615"/>
                        <a:pt x="1394" y="1115"/>
                        <a:pt x="1572" y="591"/>
                      </a:cubicBezTo>
                      <a:cubicBezTo>
                        <a:pt x="1620" y="484"/>
                        <a:pt x="1584" y="317"/>
                        <a:pt x="1525" y="234"/>
                      </a:cubicBezTo>
                      <a:cubicBezTo>
                        <a:pt x="1465" y="139"/>
                        <a:pt x="1370" y="43"/>
                        <a:pt x="1251" y="19"/>
                      </a:cubicBezTo>
                      <a:cubicBezTo>
                        <a:pt x="1203" y="6"/>
                        <a:pt x="1157" y="0"/>
                        <a:pt x="1113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0" name="Google Shape;260;p24"/>
                <p:cNvSpPr/>
                <p:nvPr/>
              </p:nvSpPr>
              <p:spPr>
                <a:xfrm>
                  <a:off x="6745156" y="1608138"/>
                  <a:ext cx="94110" cy="54675"/>
                </a:xfrm>
                <a:custGeom>
                  <a:rect b="b" l="l" r="r" t="t"/>
                  <a:pathLst>
                    <a:path extrusionOk="0" h="1765" w="3038">
                      <a:moveTo>
                        <a:pt x="492" y="0"/>
                      </a:moveTo>
                      <a:cubicBezTo>
                        <a:pt x="338" y="0"/>
                        <a:pt x="192" y="68"/>
                        <a:pt x="108" y="227"/>
                      </a:cubicBezTo>
                      <a:cubicBezTo>
                        <a:pt x="1" y="430"/>
                        <a:pt x="49" y="739"/>
                        <a:pt x="287" y="858"/>
                      </a:cubicBezTo>
                      <a:cubicBezTo>
                        <a:pt x="989" y="1192"/>
                        <a:pt x="1692" y="1489"/>
                        <a:pt x="2418" y="1740"/>
                      </a:cubicBezTo>
                      <a:cubicBezTo>
                        <a:pt x="2459" y="1757"/>
                        <a:pt x="2502" y="1765"/>
                        <a:pt x="2546" y="1765"/>
                      </a:cubicBezTo>
                      <a:cubicBezTo>
                        <a:pt x="2743" y="1765"/>
                        <a:pt x="2948" y="1603"/>
                        <a:pt x="2978" y="1418"/>
                      </a:cubicBezTo>
                      <a:cubicBezTo>
                        <a:pt x="3037" y="1144"/>
                        <a:pt x="2906" y="942"/>
                        <a:pt x="2656" y="847"/>
                      </a:cubicBezTo>
                      <a:cubicBezTo>
                        <a:pt x="2311" y="728"/>
                        <a:pt x="1989" y="597"/>
                        <a:pt x="1656" y="454"/>
                      </a:cubicBezTo>
                      <a:cubicBezTo>
                        <a:pt x="1620" y="442"/>
                        <a:pt x="1585" y="430"/>
                        <a:pt x="1549" y="418"/>
                      </a:cubicBezTo>
                      <a:lnTo>
                        <a:pt x="1549" y="418"/>
                      </a:lnTo>
                      <a:cubicBezTo>
                        <a:pt x="1573" y="426"/>
                        <a:pt x="1584" y="429"/>
                        <a:pt x="1586" y="429"/>
                      </a:cubicBezTo>
                      <a:cubicBezTo>
                        <a:pt x="1593" y="429"/>
                        <a:pt x="1498" y="391"/>
                        <a:pt x="1489" y="382"/>
                      </a:cubicBezTo>
                      <a:cubicBezTo>
                        <a:pt x="1406" y="358"/>
                        <a:pt x="1323" y="311"/>
                        <a:pt x="1239" y="275"/>
                      </a:cubicBezTo>
                      <a:lnTo>
                        <a:pt x="751" y="61"/>
                      </a:lnTo>
                      <a:cubicBezTo>
                        <a:pt x="669" y="22"/>
                        <a:pt x="580" y="0"/>
                        <a:pt x="492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1" name="Google Shape;261;p24"/>
                <p:cNvSpPr/>
                <p:nvPr/>
              </p:nvSpPr>
              <p:spPr>
                <a:xfrm>
                  <a:off x="6538257" y="1340399"/>
                  <a:ext cx="66416" cy="66044"/>
                </a:xfrm>
                <a:custGeom>
                  <a:rect b="b" l="l" r="r" t="t"/>
                  <a:pathLst>
                    <a:path extrusionOk="0" h="2132" w="2144">
                      <a:moveTo>
                        <a:pt x="1072" y="0"/>
                      </a:moveTo>
                      <a:cubicBezTo>
                        <a:pt x="477" y="0"/>
                        <a:pt x="1" y="477"/>
                        <a:pt x="1" y="1072"/>
                      </a:cubicBezTo>
                      <a:cubicBezTo>
                        <a:pt x="1" y="1655"/>
                        <a:pt x="477" y="2132"/>
                        <a:pt x="1072" y="2132"/>
                      </a:cubicBezTo>
                      <a:cubicBezTo>
                        <a:pt x="1667" y="2132"/>
                        <a:pt x="2144" y="1655"/>
                        <a:pt x="2144" y="1072"/>
                      </a:cubicBezTo>
                      <a:cubicBezTo>
                        <a:pt x="2144" y="477"/>
                        <a:pt x="1667" y="0"/>
                        <a:pt x="1072" y="0"/>
                      </a:cubicBezTo>
                      <a:close/>
                    </a:path>
                  </a:pathLst>
                </a:custGeom>
                <a:solidFill>
                  <a:srgbClr val="DD90B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cxnSp>
          <p:nvCxnSpPr>
            <p:cNvPr id="262" name="Google Shape;262;p24"/>
            <p:cNvCxnSpPr/>
            <p:nvPr/>
          </p:nvCxnSpPr>
          <p:spPr>
            <a:xfrm flipH="1">
              <a:off x="4952925" y="2161050"/>
              <a:ext cx="1950300" cy="264000"/>
            </a:xfrm>
            <a:prstGeom prst="bentConnector3">
              <a:avLst>
                <a:gd fmla="val 50000" name="adj1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263" name="Google Shape;263;p24"/>
          <p:cNvGrpSpPr/>
          <p:nvPr/>
        </p:nvGrpSpPr>
        <p:grpSpPr>
          <a:xfrm>
            <a:off x="4924324" y="2896750"/>
            <a:ext cx="3887481" cy="1633725"/>
            <a:chOff x="4924425" y="2896750"/>
            <a:chExt cx="3381300" cy="1633725"/>
          </a:xfrm>
        </p:grpSpPr>
        <p:grpSp>
          <p:nvGrpSpPr>
            <p:cNvPr id="264" name="Google Shape;264;p24"/>
            <p:cNvGrpSpPr/>
            <p:nvPr/>
          </p:nvGrpSpPr>
          <p:grpSpPr>
            <a:xfrm>
              <a:off x="6903225" y="2896750"/>
              <a:ext cx="1402500" cy="1633725"/>
              <a:chOff x="6903225" y="2896750"/>
              <a:chExt cx="1402500" cy="1633725"/>
            </a:xfrm>
          </p:grpSpPr>
          <p:sp>
            <p:nvSpPr>
              <p:cNvPr id="265" name="Google Shape;265;p24"/>
              <p:cNvSpPr/>
              <p:nvPr/>
            </p:nvSpPr>
            <p:spPr>
              <a:xfrm>
                <a:off x="6903225" y="3515575"/>
                <a:ext cx="1402500" cy="1014900"/>
              </a:xfrm>
              <a:prstGeom prst="roundRect">
                <a:avLst>
                  <a:gd fmla="val 16667" name="adj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66" name="Google Shape;266;p24"/>
              <p:cNvGrpSpPr/>
              <p:nvPr/>
            </p:nvGrpSpPr>
            <p:grpSpPr>
              <a:xfrm>
                <a:off x="7092154" y="2896750"/>
                <a:ext cx="1024643" cy="753001"/>
                <a:chOff x="6069847" y="2833825"/>
                <a:chExt cx="1024643" cy="753001"/>
              </a:xfrm>
            </p:grpSpPr>
            <p:sp>
              <p:nvSpPr>
                <p:cNvPr id="267" name="Google Shape;267;p24"/>
                <p:cNvSpPr/>
                <p:nvPr/>
              </p:nvSpPr>
              <p:spPr>
                <a:xfrm>
                  <a:off x="6069847" y="2833825"/>
                  <a:ext cx="1024643" cy="647275"/>
                </a:xfrm>
                <a:custGeom>
                  <a:rect b="b" l="l" r="r" t="t"/>
                  <a:pathLst>
                    <a:path extrusionOk="0" h="20895" w="33077">
                      <a:moveTo>
                        <a:pt x="17006" y="1"/>
                      </a:moveTo>
                      <a:cubicBezTo>
                        <a:pt x="16424" y="1"/>
                        <a:pt x="15889" y="143"/>
                        <a:pt x="15455" y="427"/>
                      </a:cubicBezTo>
                      <a:cubicBezTo>
                        <a:pt x="13931" y="1404"/>
                        <a:pt x="13729" y="3940"/>
                        <a:pt x="8466" y="4428"/>
                      </a:cubicBezTo>
                      <a:cubicBezTo>
                        <a:pt x="3215" y="4916"/>
                        <a:pt x="1" y="10881"/>
                        <a:pt x="1477" y="14953"/>
                      </a:cubicBezTo>
                      <a:cubicBezTo>
                        <a:pt x="2953" y="19013"/>
                        <a:pt x="6251" y="19715"/>
                        <a:pt x="6251" y="19715"/>
                      </a:cubicBezTo>
                      <a:cubicBezTo>
                        <a:pt x="10210" y="20368"/>
                        <a:pt x="13320" y="20895"/>
                        <a:pt x="15709" y="20895"/>
                      </a:cubicBezTo>
                      <a:cubicBezTo>
                        <a:pt x="16065" y="20895"/>
                        <a:pt x="16405" y="20883"/>
                        <a:pt x="16729" y="20858"/>
                      </a:cubicBezTo>
                      <a:cubicBezTo>
                        <a:pt x="16976" y="20841"/>
                        <a:pt x="17250" y="20835"/>
                        <a:pt x="17548" y="20835"/>
                      </a:cubicBezTo>
                      <a:cubicBezTo>
                        <a:pt x="18109" y="20835"/>
                        <a:pt x="18752" y="20855"/>
                        <a:pt x="19455" y="20855"/>
                      </a:cubicBezTo>
                      <a:cubicBezTo>
                        <a:pt x="22137" y="20855"/>
                        <a:pt x="25676" y="20555"/>
                        <a:pt x="28754" y="17656"/>
                      </a:cubicBezTo>
                      <a:cubicBezTo>
                        <a:pt x="33076" y="13596"/>
                        <a:pt x="31195" y="7690"/>
                        <a:pt x="28195" y="6821"/>
                      </a:cubicBezTo>
                      <a:cubicBezTo>
                        <a:pt x="25182" y="5964"/>
                        <a:pt x="23087" y="5094"/>
                        <a:pt x="21384" y="2642"/>
                      </a:cubicBezTo>
                      <a:cubicBezTo>
                        <a:pt x="20179" y="877"/>
                        <a:pt x="18448" y="1"/>
                        <a:pt x="17006" y="1"/>
                      </a:cubicBezTo>
                      <a:close/>
                    </a:path>
                  </a:pathLst>
                </a:custGeom>
                <a:solidFill>
                  <a:srgbClr val="E0E0E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8" name="Google Shape;268;p24"/>
                <p:cNvSpPr/>
                <p:nvPr/>
              </p:nvSpPr>
              <p:spPr>
                <a:xfrm>
                  <a:off x="6743328" y="2968112"/>
                  <a:ext cx="167836" cy="187073"/>
                </a:xfrm>
                <a:custGeom>
                  <a:rect b="b" l="l" r="r" t="t"/>
                  <a:pathLst>
                    <a:path extrusionOk="0" h="6039" w="5418">
                      <a:moveTo>
                        <a:pt x="2378" y="2318"/>
                      </a:moveTo>
                      <a:cubicBezTo>
                        <a:pt x="2425" y="2318"/>
                        <a:pt x="2426" y="2343"/>
                        <a:pt x="2414" y="2343"/>
                      </a:cubicBezTo>
                      <a:cubicBezTo>
                        <a:pt x="2409" y="2343"/>
                        <a:pt x="2401" y="2337"/>
                        <a:pt x="2394" y="2319"/>
                      </a:cubicBezTo>
                      <a:lnTo>
                        <a:pt x="2394" y="2319"/>
                      </a:lnTo>
                      <a:cubicBezTo>
                        <a:pt x="2429" y="2474"/>
                        <a:pt x="2132" y="2593"/>
                        <a:pt x="2024" y="2629"/>
                      </a:cubicBezTo>
                      <a:cubicBezTo>
                        <a:pt x="1955" y="2658"/>
                        <a:pt x="1871" y="2688"/>
                        <a:pt x="1780" y="2710"/>
                      </a:cubicBezTo>
                      <a:lnTo>
                        <a:pt x="1780" y="2710"/>
                      </a:lnTo>
                      <a:cubicBezTo>
                        <a:pt x="1879" y="2550"/>
                        <a:pt x="2018" y="2417"/>
                        <a:pt x="2191" y="2355"/>
                      </a:cubicBezTo>
                      <a:cubicBezTo>
                        <a:pt x="2251" y="2331"/>
                        <a:pt x="2298" y="2319"/>
                        <a:pt x="2358" y="2319"/>
                      </a:cubicBezTo>
                      <a:cubicBezTo>
                        <a:pt x="2365" y="2318"/>
                        <a:pt x="2372" y="2318"/>
                        <a:pt x="2378" y="2318"/>
                      </a:cubicBezTo>
                      <a:close/>
                      <a:moveTo>
                        <a:pt x="3916" y="3948"/>
                      </a:moveTo>
                      <a:cubicBezTo>
                        <a:pt x="3929" y="3948"/>
                        <a:pt x="3947" y="3981"/>
                        <a:pt x="3938" y="3981"/>
                      </a:cubicBezTo>
                      <a:cubicBezTo>
                        <a:pt x="3934" y="3981"/>
                        <a:pt x="3924" y="3974"/>
                        <a:pt x="3907" y="3956"/>
                      </a:cubicBezTo>
                      <a:lnTo>
                        <a:pt x="3907" y="3956"/>
                      </a:lnTo>
                      <a:cubicBezTo>
                        <a:pt x="3910" y="3950"/>
                        <a:pt x="3913" y="3948"/>
                        <a:pt x="3916" y="3948"/>
                      </a:cubicBezTo>
                      <a:close/>
                      <a:moveTo>
                        <a:pt x="2090" y="0"/>
                      </a:moveTo>
                      <a:cubicBezTo>
                        <a:pt x="1440" y="0"/>
                        <a:pt x="817" y="310"/>
                        <a:pt x="465" y="890"/>
                      </a:cubicBezTo>
                      <a:cubicBezTo>
                        <a:pt x="96" y="1521"/>
                        <a:pt x="0" y="2676"/>
                        <a:pt x="548" y="3248"/>
                      </a:cubicBezTo>
                      <a:cubicBezTo>
                        <a:pt x="624" y="3326"/>
                        <a:pt x="708" y="3391"/>
                        <a:pt x="796" y="3443"/>
                      </a:cubicBezTo>
                      <a:lnTo>
                        <a:pt x="796" y="3443"/>
                      </a:lnTo>
                      <a:cubicBezTo>
                        <a:pt x="829" y="3941"/>
                        <a:pt x="1055" y="4425"/>
                        <a:pt x="1429" y="4760"/>
                      </a:cubicBezTo>
                      <a:cubicBezTo>
                        <a:pt x="1819" y="5118"/>
                        <a:pt x="2326" y="5311"/>
                        <a:pt x="2843" y="5311"/>
                      </a:cubicBezTo>
                      <a:cubicBezTo>
                        <a:pt x="2999" y="5311"/>
                        <a:pt x="3155" y="5294"/>
                        <a:pt x="3310" y="5258"/>
                      </a:cubicBezTo>
                      <a:lnTo>
                        <a:pt x="3310" y="5258"/>
                      </a:lnTo>
                      <a:cubicBezTo>
                        <a:pt x="3599" y="5709"/>
                        <a:pt x="4066" y="6039"/>
                        <a:pt x="4592" y="6039"/>
                      </a:cubicBezTo>
                      <a:cubicBezTo>
                        <a:pt x="4744" y="6039"/>
                        <a:pt x="4901" y="6011"/>
                        <a:pt x="5061" y="5951"/>
                      </a:cubicBezTo>
                      <a:cubicBezTo>
                        <a:pt x="5275" y="5867"/>
                        <a:pt x="5418" y="5665"/>
                        <a:pt x="5358" y="5427"/>
                      </a:cubicBezTo>
                      <a:cubicBezTo>
                        <a:pt x="5308" y="5257"/>
                        <a:pt x="5124" y="5112"/>
                        <a:pt x="4940" y="5112"/>
                      </a:cubicBezTo>
                      <a:cubicBezTo>
                        <a:pt x="4904" y="5112"/>
                        <a:pt x="4869" y="5118"/>
                        <a:pt x="4834" y="5129"/>
                      </a:cubicBezTo>
                      <a:cubicBezTo>
                        <a:pt x="4754" y="5162"/>
                        <a:pt x="4674" y="5177"/>
                        <a:pt x="4598" y="5177"/>
                      </a:cubicBezTo>
                      <a:cubicBezTo>
                        <a:pt x="4394" y="5177"/>
                        <a:pt x="4212" y="5068"/>
                        <a:pt x="4076" y="4899"/>
                      </a:cubicBezTo>
                      <a:lnTo>
                        <a:pt x="4076" y="4899"/>
                      </a:lnTo>
                      <a:cubicBezTo>
                        <a:pt x="4604" y="4513"/>
                        <a:pt x="5060" y="3860"/>
                        <a:pt x="4501" y="3319"/>
                      </a:cubicBezTo>
                      <a:cubicBezTo>
                        <a:pt x="4353" y="3182"/>
                        <a:pt x="4157" y="3118"/>
                        <a:pt x="3959" y="3118"/>
                      </a:cubicBezTo>
                      <a:cubicBezTo>
                        <a:pt x="3726" y="3118"/>
                        <a:pt x="3489" y="3206"/>
                        <a:pt x="3322" y="3367"/>
                      </a:cubicBezTo>
                      <a:cubicBezTo>
                        <a:pt x="3035" y="3634"/>
                        <a:pt x="2978" y="4034"/>
                        <a:pt x="3016" y="4414"/>
                      </a:cubicBezTo>
                      <a:lnTo>
                        <a:pt x="3016" y="4414"/>
                      </a:lnTo>
                      <a:cubicBezTo>
                        <a:pt x="3015" y="4414"/>
                        <a:pt x="3014" y="4415"/>
                        <a:pt x="3013" y="4415"/>
                      </a:cubicBezTo>
                      <a:cubicBezTo>
                        <a:pt x="2940" y="4426"/>
                        <a:pt x="2868" y="4432"/>
                        <a:pt x="2797" y="4432"/>
                      </a:cubicBezTo>
                      <a:cubicBezTo>
                        <a:pt x="2491" y="4432"/>
                        <a:pt x="2197" y="4327"/>
                        <a:pt x="1965" y="4105"/>
                      </a:cubicBezTo>
                      <a:cubicBezTo>
                        <a:pt x="1824" y="3971"/>
                        <a:pt x="1713" y="3809"/>
                        <a:pt x="1652" y="3630"/>
                      </a:cubicBezTo>
                      <a:lnTo>
                        <a:pt x="1652" y="3630"/>
                      </a:lnTo>
                      <a:cubicBezTo>
                        <a:pt x="1981" y="3612"/>
                        <a:pt x="2314" y="3511"/>
                        <a:pt x="2596" y="3367"/>
                      </a:cubicBezTo>
                      <a:cubicBezTo>
                        <a:pt x="2965" y="3176"/>
                        <a:pt x="3263" y="2831"/>
                        <a:pt x="3275" y="2391"/>
                      </a:cubicBezTo>
                      <a:cubicBezTo>
                        <a:pt x="3287" y="1986"/>
                        <a:pt x="3013" y="1617"/>
                        <a:pt x="2608" y="1533"/>
                      </a:cubicBezTo>
                      <a:cubicBezTo>
                        <a:pt x="2520" y="1513"/>
                        <a:pt x="2434" y="1504"/>
                        <a:pt x="2349" y="1504"/>
                      </a:cubicBezTo>
                      <a:cubicBezTo>
                        <a:pt x="1787" y="1504"/>
                        <a:pt x="1299" y="1916"/>
                        <a:pt x="1029" y="2408"/>
                      </a:cubicBezTo>
                      <a:lnTo>
                        <a:pt x="1029" y="2408"/>
                      </a:lnTo>
                      <a:cubicBezTo>
                        <a:pt x="1001" y="2292"/>
                        <a:pt x="1001" y="2168"/>
                        <a:pt x="1001" y="2057"/>
                      </a:cubicBezTo>
                      <a:cubicBezTo>
                        <a:pt x="1001" y="1795"/>
                        <a:pt x="1012" y="1533"/>
                        <a:pt x="1143" y="1307"/>
                      </a:cubicBezTo>
                      <a:cubicBezTo>
                        <a:pt x="1305" y="1017"/>
                        <a:pt x="1661" y="775"/>
                        <a:pt x="2018" y="775"/>
                      </a:cubicBezTo>
                      <a:cubicBezTo>
                        <a:pt x="2056" y="775"/>
                        <a:pt x="2094" y="778"/>
                        <a:pt x="2132" y="783"/>
                      </a:cubicBezTo>
                      <a:cubicBezTo>
                        <a:pt x="2162" y="788"/>
                        <a:pt x="2193" y="791"/>
                        <a:pt x="2224" y="791"/>
                      </a:cubicBezTo>
                      <a:cubicBezTo>
                        <a:pt x="2419" y="791"/>
                        <a:pt x="2604" y="691"/>
                        <a:pt x="2656" y="486"/>
                      </a:cubicBezTo>
                      <a:cubicBezTo>
                        <a:pt x="2739" y="343"/>
                        <a:pt x="2620" y="45"/>
                        <a:pt x="2382" y="21"/>
                      </a:cubicBezTo>
                      <a:cubicBezTo>
                        <a:pt x="2284" y="7"/>
                        <a:pt x="2187" y="0"/>
                        <a:pt x="2090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9" name="Google Shape;269;p24"/>
                <p:cNvSpPr/>
                <p:nvPr/>
              </p:nvSpPr>
              <p:spPr>
                <a:xfrm>
                  <a:off x="6494362" y="3182600"/>
                  <a:ext cx="69730" cy="86768"/>
                </a:xfrm>
                <a:custGeom>
                  <a:rect b="b" l="l" r="r" t="t"/>
                  <a:pathLst>
                    <a:path extrusionOk="0" h="2801" w="2251">
                      <a:moveTo>
                        <a:pt x="587" y="1"/>
                      </a:moveTo>
                      <a:cubicBezTo>
                        <a:pt x="1" y="1"/>
                        <a:pt x="829" y="2074"/>
                        <a:pt x="2251" y="2801"/>
                      </a:cubicBezTo>
                      <a:cubicBezTo>
                        <a:pt x="2251" y="2801"/>
                        <a:pt x="1727" y="515"/>
                        <a:pt x="798" y="62"/>
                      </a:cubicBezTo>
                      <a:cubicBezTo>
                        <a:pt x="714" y="20"/>
                        <a:pt x="644" y="1"/>
                        <a:pt x="587" y="1"/>
                      </a:cubicBezTo>
                      <a:close/>
                    </a:path>
                  </a:pathLst>
                </a:custGeom>
                <a:solidFill>
                  <a:srgbClr val="765E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0" name="Google Shape;270;p24"/>
                <p:cNvSpPr/>
                <p:nvPr/>
              </p:nvSpPr>
              <p:spPr>
                <a:xfrm>
                  <a:off x="6483613" y="3110609"/>
                  <a:ext cx="97393" cy="83918"/>
                </a:xfrm>
                <a:custGeom>
                  <a:rect b="b" l="l" r="r" t="t"/>
                  <a:pathLst>
                    <a:path extrusionOk="0" h="2709" w="3144">
                      <a:moveTo>
                        <a:pt x="807" y="1"/>
                      </a:moveTo>
                      <a:cubicBezTo>
                        <a:pt x="0" y="1"/>
                        <a:pt x="1550" y="2209"/>
                        <a:pt x="3003" y="2708"/>
                      </a:cubicBezTo>
                      <a:cubicBezTo>
                        <a:pt x="3005" y="2709"/>
                        <a:pt x="3006" y="2709"/>
                        <a:pt x="3008" y="2709"/>
                      </a:cubicBezTo>
                      <a:cubicBezTo>
                        <a:pt x="3143" y="2709"/>
                        <a:pt x="2026" y="241"/>
                        <a:pt x="943" y="17"/>
                      </a:cubicBezTo>
                      <a:cubicBezTo>
                        <a:pt x="892" y="6"/>
                        <a:pt x="846" y="1"/>
                        <a:pt x="807" y="1"/>
                      </a:cubicBezTo>
                      <a:close/>
                    </a:path>
                  </a:pathLst>
                </a:custGeom>
                <a:solidFill>
                  <a:srgbClr val="8058BE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1" name="Google Shape;271;p24"/>
                <p:cNvSpPr/>
                <p:nvPr/>
              </p:nvSpPr>
              <p:spPr>
                <a:xfrm>
                  <a:off x="6490304" y="3031833"/>
                  <a:ext cx="92623" cy="99593"/>
                </a:xfrm>
                <a:custGeom>
                  <a:rect b="b" l="l" r="r" t="t"/>
                  <a:pathLst>
                    <a:path extrusionOk="0" h="3215" w="2990">
                      <a:moveTo>
                        <a:pt x="918" y="0"/>
                      </a:moveTo>
                      <a:cubicBezTo>
                        <a:pt x="1" y="24"/>
                        <a:pt x="2989" y="3215"/>
                        <a:pt x="2989" y="3215"/>
                      </a:cubicBezTo>
                      <a:cubicBezTo>
                        <a:pt x="2989" y="3215"/>
                        <a:pt x="1858" y="0"/>
                        <a:pt x="918" y="0"/>
                      </a:cubicBezTo>
                      <a:close/>
                    </a:path>
                  </a:pathLst>
                </a:custGeom>
                <a:solidFill>
                  <a:srgbClr val="8058BE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2" name="Google Shape;272;p24"/>
                <p:cNvSpPr/>
                <p:nvPr/>
              </p:nvSpPr>
              <p:spPr>
                <a:xfrm>
                  <a:off x="6555512" y="2967864"/>
                  <a:ext cx="47705" cy="117467"/>
                </a:xfrm>
                <a:custGeom>
                  <a:rect b="b" l="l" r="r" t="t"/>
                  <a:pathLst>
                    <a:path extrusionOk="0" h="3792" w="1540">
                      <a:moveTo>
                        <a:pt x="624" y="0"/>
                      </a:moveTo>
                      <a:cubicBezTo>
                        <a:pt x="1" y="0"/>
                        <a:pt x="908" y="3792"/>
                        <a:pt x="908" y="3792"/>
                      </a:cubicBezTo>
                      <a:cubicBezTo>
                        <a:pt x="1003" y="3303"/>
                        <a:pt x="1539" y="422"/>
                        <a:pt x="729" y="29"/>
                      </a:cubicBezTo>
                      <a:cubicBezTo>
                        <a:pt x="690" y="9"/>
                        <a:pt x="655" y="0"/>
                        <a:pt x="624" y="0"/>
                      </a:cubicBezTo>
                      <a:close/>
                    </a:path>
                  </a:pathLst>
                </a:custGeom>
                <a:solidFill>
                  <a:srgbClr val="8058BE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3" name="Google Shape;273;p24"/>
                <p:cNvSpPr/>
                <p:nvPr/>
              </p:nvSpPr>
              <p:spPr>
                <a:xfrm>
                  <a:off x="6582896" y="3053827"/>
                  <a:ext cx="77103" cy="77599"/>
                </a:xfrm>
                <a:custGeom>
                  <a:rect b="b" l="l" r="r" t="t"/>
                  <a:pathLst>
                    <a:path extrusionOk="0" h="2505" w="2489">
                      <a:moveTo>
                        <a:pt x="1620" y="1"/>
                      </a:moveTo>
                      <a:cubicBezTo>
                        <a:pt x="881" y="1"/>
                        <a:pt x="0" y="2505"/>
                        <a:pt x="0" y="2505"/>
                      </a:cubicBezTo>
                      <a:cubicBezTo>
                        <a:pt x="0" y="2505"/>
                        <a:pt x="2489" y="386"/>
                        <a:pt x="1750" y="28"/>
                      </a:cubicBezTo>
                      <a:cubicBezTo>
                        <a:pt x="1708" y="10"/>
                        <a:pt x="1664" y="1"/>
                        <a:pt x="1620" y="1"/>
                      </a:cubicBezTo>
                      <a:close/>
                    </a:path>
                  </a:pathLst>
                </a:custGeom>
                <a:solidFill>
                  <a:srgbClr val="8058BE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4" name="Google Shape;274;p24"/>
                <p:cNvSpPr/>
                <p:nvPr/>
              </p:nvSpPr>
              <p:spPr>
                <a:xfrm>
                  <a:off x="6576607" y="3125942"/>
                  <a:ext cx="78218" cy="68553"/>
                </a:xfrm>
                <a:custGeom>
                  <a:rect b="b" l="l" r="r" t="t"/>
                  <a:pathLst>
                    <a:path extrusionOk="0" h="2213" w="2525">
                      <a:moveTo>
                        <a:pt x="1853" y="0"/>
                      </a:moveTo>
                      <a:cubicBezTo>
                        <a:pt x="1234" y="0"/>
                        <a:pt x="1" y="2213"/>
                        <a:pt x="1" y="2213"/>
                      </a:cubicBezTo>
                      <a:cubicBezTo>
                        <a:pt x="1" y="2213"/>
                        <a:pt x="2525" y="463"/>
                        <a:pt x="1989" y="46"/>
                      </a:cubicBezTo>
                      <a:cubicBezTo>
                        <a:pt x="1948" y="15"/>
                        <a:pt x="1902" y="0"/>
                        <a:pt x="1853" y="0"/>
                      </a:cubicBezTo>
                      <a:close/>
                    </a:path>
                  </a:pathLst>
                </a:custGeom>
                <a:solidFill>
                  <a:srgbClr val="8058BE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5" name="Google Shape;275;p24"/>
                <p:cNvSpPr/>
                <p:nvPr/>
              </p:nvSpPr>
              <p:spPr>
                <a:xfrm>
                  <a:off x="6564062" y="3201620"/>
                  <a:ext cx="101854" cy="67748"/>
                </a:xfrm>
                <a:custGeom>
                  <a:rect b="b" l="l" r="r" t="t"/>
                  <a:pathLst>
                    <a:path extrusionOk="0" h="2187" w="3288">
                      <a:moveTo>
                        <a:pt x="1852" y="0"/>
                      </a:moveTo>
                      <a:cubicBezTo>
                        <a:pt x="730" y="0"/>
                        <a:pt x="1" y="2187"/>
                        <a:pt x="1" y="2187"/>
                      </a:cubicBezTo>
                      <a:cubicBezTo>
                        <a:pt x="1" y="2187"/>
                        <a:pt x="3287" y="306"/>
                        <a:pt x="2037" y="20"/>
                      </a:cubicBezTo>
                      <a:cubicBezTo>
                        <a:pt x="1974" y="7"/>
                        <a:pt x="1913" y="0"/>
                        <a:pt x="1852" y="0"/>
                      </a:cubicBezTo>
                      <a:close/>
                    </a:path>
                  </a:pathLst>
                </a:custGeom>
                <a:solidFill>
                  <a:srgbClr val="8058BE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6" name="Google Shape;276;p24"/>
                <p:cNvSpPr/>
                <p:nvPr/>
              </p:nvSpPr>
              <p:spPr>
                <a:xfrm>
                  <a:off x="6557804" y="3058349"/>
                  <a:ext cx="32124" cy="216719"/>
                </a:xfrm>
                <a:custGeom>
                  <a:rect b="b" l="l" r="r" t="t"/>
                  <a:pathLst>
                    <a:path extrusionOk="0" h="6996" w="1037">
                      <a:moveTo>
                        <a:pt x="828" y="0"/>
                      </a:moveTo>
                      <a:cubicBezTo>
                        <a:pt x="728" y="0"/>
                        <a:pt x="644" y="90"/>
                        <a:pt x="644" y="180"/>
                      </a:cubicBezTo>
                      <a:cubicBezTo>
                        <a:pt x="644" y="228"/>
                        <a:pt x="560" y="3561"/>
                        <a:pt x="12" y="6776"/>
                      </a:cubicBezTo>
                      <a:cubicBezTo>
                        <a:pt x="1" y="6871"/>
                        <a:pt x="60" y="6955"/>
                        <a:pt x="143" y="6990"/>
                      </a:cubicBezTo>
                      <a:lnTo>
                        <a:pt x="155" y="6990"/>
                      </a:lnTo>
                      <a:cubicBezTo>
                        <a:pt x="169" y="6994"/>
                        <a:pt x="183" y="6995"/>
                        <a:pt x="197" y="6995"/>
                      </a:cubicBezTo>
                      <a:cubicBezTo>
                        <a:pt x="289" y="6995"/>
                        <a:pt x="371" y="6929"/>
                        <a:pt x="382" y="6836"/>
                      </a:cubicBezTo>
                      <a:cubicBezTo>
                        <a:pt x="929" y="3585"/>
                        <a:pt x="1025" y="228"/>
                        <a:pt x="1025" y="204"/>
                      </a:cubicBezTo>
                      <a:cubicBezTo>
                        <a:pt x="1036" y="97"/>
                        <a:pt x="941" y="1"/>
                        <a:pt x="846" y="1"/>
                      </a:cubicBezTo>
                      <a:cubicBezTo>
                        <a:pt x="840" y="1"/>
                        <a:pt x="834" y="0"/>
                        <a:pt x="828" y="0"/>
                      </a:cubicBezTo>
                      <a:close/>
                    </a:path>
                  </a:pathLst>
                </a:custGeom>
                <a:solidFill>
                  <a:srgbClr val="8058BE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7" name="Google Shape;277;p24"/>
                <p:cNvSpPr/>
                <p:nvPr/>
              </p:nvSpPr>
              <p:spPr>
                <a:xfrm>
                  <a:off x="6276776" y="3239847"/>
                  <a:ext cx="209501" cy="346979"/>
                </a:xfrm>
                <a:custGeom>
                  <a:rect b="b" l="l" r="r" t="t"/>
                  <a:pathLst>
                    <a:path extrusionOk="0" h="11201" w="6763">
                      <a:moveTo>
                        <a:pt x="2536" y="0"/>
                      </a:moveTo>
                      <a:cubicBezTo>
                        <a:pt x="2536" y="0"/>
                        <a:pt x="1429" y="1512"/>
                        <a:pt x="1131" y="1929"/>
                      </a:cubicBezTo>
                      <a:cubicBezTo>
                        <a:pt x="869" y="2346"/>
                        <a:pt x="0" y="10180"/>
                        <a:pt x="0" y="10180"/>
                      </a:cubicBezTo>
                      <a:cubicBezTo>
                        <a:pt x="0" y="10180"/>
                        <a:pt x="1544" y="11200"/>
                        <a:pt x="3332" y="11200"/>
                      </a:cubicBezTo>
                      <a:cubicBezTo>
                        <a:pt x="3893" y="11200"/>
                        <a:pt x="4479" y="11100"/>
                        <a:pt x="5048" y="10835"/>
                      </a:cubicBezTo>
                      <a:cubicBezTo>
                        <a:pt x="5048" y="10835"/>
                        <a:pt x="5298" y="7513"/>
                        <a:pt x="5703" y="6977"/>
                      </a:cubicBezTo>
                      <a:cubicBezTo>
                        <a:pt x="6120" y="6442"/>
                        <a:pt x="6453" y="5787"/>
                        <a:pt x="6572" y="4918"/>
                      </a:cubicBezTo>
                      <a:lnTo>
                        <a:pt x="6572" y="4918"/>
                      </a:lnTo>
                      <a:lnTo>
                        <a:pt x="4798" y="5299"/>
                      </a:lnTo>
                      <a:cubicBezTo>
                        <a:pt x="4798" y="5299"/>
                        <a:pt x="4965" y="4144"/>
                        <a:pt x="4917" y="3239"/>
                      </a:cubicBezTo>
                      <a:cubicBezTo>
                        <a:pt x="4917" y="3239"/>
                        <a:pt x="6763" y="2143"/>
                        <a:pt x="6548" y="1072"/>
                      </a:cubicBezTo>
                      <a:cubicBezTo>
                        <a:pt x="6467" y="641"/>
                        <a:pt x="6233" y="489"/>
                        <a:pt x="5948" y="489"/>
                      </a:cubicBezTo>
                      <a:cubicBezTo>
                        <a:pt x="5524" y="489"/>
                        <a:pt x="4987" y="823"/>
                        <a:pt x="4667" y="1072"/>
                      </a:cubicBezTo>
                      <a:cubicBezTo>
                        <a:pt x="4131" y="1489"/>
                        <a:pt x="3024" y="2215"/>
                        <a:pt x="3024" y="2215"/>
                      </a:cubicBezTo>
                      <a:lnTo>
                        <a:pt x="2536" y="0"/>
                      </a:lnTo>
                      <a:close/>
                    </a:path>
                  </a:pathLst>
                </a:custGeom>
                <a:solidFill>
                  <a:srgbClr val="F2CAC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8" name="Google Shape;278;p24"/>
                <p:cNvSpPr/>
                <p:nvPr/>
              </p:nvSpPr>
              <p:spPr>
                <a:xfrm>
                  <a:off x="6323986" y="3045463"/>
                  <a:ext cx="261884" cy="358534"/>
                </a:xfrm>
                <a:custGeom>
                  <a:rect b="b" l="l" r="r" t="t"/>
                  <a:pathLst>
                    <a:path extrusionOk="0" h="11574" w="8454">
                      <a:moveTo>
                        <a:pt x="6275" y="1"/>
                      </a:moveTo>
                      <a:lnTo>
                        <a:pt x="0" y="1608"/>
                      </a:lnTo>
                      <a:lnTo>
                        <a:pt x="1024" y="6287"/>
                      </a:lnTo>
                      <a:lnTo>
                        <a:pt x="1512" y="8490"/>
                      </a:lnTo>
                      <a:cubicBezTo>
                        <a:pt x="1512" y="8490"/>
                        <a:pt x="2619" y="7740"/>
                        <a:pt x="3155" y="7347"/>
                      </a:cubicBezTo>
                      <a:cubicBezTo>
                        <a:pt x="3475" y="7098"/>
                        <a:pt x="4012" y="6764"/>
                        <a:pt x="4438" y="6764"/>
                      </a:cubicBezTo>
                      <a:cubicBezTo>
                        <a:pt x="4725" y="6764"/>
                        <a:pt x="4962" y="6916"/>
                        <a:pt x="5048" y="7347"/>
                      </a:cubicBezTo>
                      <a:cubicBezTo>
                        <a:pt x="5251" y="8418"/>
                        <a:pt x="3405" y="9514"/>
                        <a:pt x="3405" y="9514"/>
                      </a:cubicBezTo>
                      <a:cubicBezTo>
                        <a:pt x="3453" y="10419"/>
                        <a:pt x="3286" y="11574"/>
                        <a:pt x="3286" y="11574"/>
                      </a:cubicBezTo>
                      <a:lnTo>
                        <a:pt x="8453" y="10264"/>
                      </a:lnTo>
                      <a:lnTo>
                        <a:pt x="6275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9" name="Google Shape;279;p24"/>
                <p:cNvSpPr/>
                <p:nvPr/>
              </p:nvSpPr>
              <p:spPr>
                <a:xfrm>
                  <a:off x="6331730" y="3308431"/>
                  <a:ext cx="39125" cy="40983"/>
                </a:xfrm>
                <a:custGeom>
                  <a:rect b="b" l="l" r="r" t="t"/>
                  <a:pathLst>
                    <a:path extrusionOk="0" fill="none" h="1323" w="1263">
                      <a:moveTo>
                        <a:pt x="1262" y="1"/>
                      </a:moveTo>
                      <a:lnTo>
                        <a:pt x="0" y="1323"/>
                      </a:lnTo>
                    </a:path>
                  </a:pathLst>
                </a:custGeom>
                <a:noFill/>
                <a:ln cap="rnd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0" name="Google Shape;280;p24"/>
                <p:cNvSpPr/>
                <p:nvPr/>
              </p:nvSpPr>
              <p:spPr>
                <a:xfrm>
                  <a:off x="6404001" y="3403965"/>
                  <a:ext cx="21808" cy="40612"/>
                </a:xfrm>
                <a:custGeom>
                  <a:rect b="b" l="l" r="r" t="t"/>
                  <a:pathLst>
                    <a:path extrusionOk="0" fill="none" h="1311" w="704">
                      <a:moveTo>
                        <a:pt x="703" y="1"/>
                      </a:moveTo>
                      <a:cubicBezTo>
                        <a:pt x="703" y="1"/>
                        <a:pt x="453" y="810"/>
                        <a:pt x="1" y="1310"/>
                      </a:cubicBezTo>
                    </a:path>
                  </a:pathLst>
                </a:custGeom>
                <a:noFill/>
                <a:ln cap="rnd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1" name="Google Shape;281;p24"/>
                <p:cNvSpPr/>
                <p:nvPr/>
              </p:nvSpPr>
              <p:spPr>
                <a:xfrm>
                  <a:off x="6323986" y="3045463"/>
                  <a:ext cx="201385" cy="84507"/>
                </a:xfrm>
                <a:custGeom>
                  <a:rect b="b" l="l" r="r" t="t"/>
                  <a:pathLst>
                    <a:path extrusionOk="0" h="2728" w="6501">
                      <a:moveTo>
                        <a:pt x="6275" y="1"/>
                      </a:moveTo>
                      <a:lnTo>
                        <a:pt x="0" y="1596"/>
                      </a:lnTo>
                      <a:lnTo>
                        <a:pt x="250" y="2727"/>
                      </a:lnTo>
                      <a:lnTo>
                        <a:pt x="6501" y="1072"/>
                      </a:lnTo>
                      <a:lnTo>
                        <a:pt x="6275" y="1"/>
                      </a:lnTo>
                      <a:close/>
                    </a:path>
                  </a:pathLst>
                </a:custGeom>
                <a:solidFill>
                  <a:srgbClr val="DD90B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2" name="Google Shape;282;p24"/>
                <p:cNvSpPr/>
                <p:nvPr/>
              </p:nvSpPr>
              <p:spPr>
                <a:xfrm>
                  <a:off x="6356791" y="3129102"/>
                  <a:ext cx="171182" cy="66880"/>
                </a:xfrm>
                <a:custGeom>
                  <a:rect b="b" l="l" r="r" t="t"/>
                  <a:pathLst>
                    <a:path extrusionOk="0" h="2159" w="5526">
                      <a:moveTo>
                        <a:pt x="4906" y="0"/>
                      </a:moveTo>
                      <a:cubicBezTo>
                        <a:pt x="4863" y="0"/>
                        <a:pt x="4819" y="5"/>
                        <a:pt x="4775" y="15"/>
                      </a:cubicBezTo>
                      <a:lnTo>
                        <a:pt x="489" y="1039"/>
                      </a:lnTo>
                      <a:cubicBezTo>
                        <a:pt x="191" y="1111"/>
                        <a:pt x="1" y="1432"/>
                        <a:pt x="72" y="1730"/>
                      </a:cubicBezTo>
                      <a:cubicBezTo>
                        <a:pt x="132" y="1980"/>
                        <a:pt x="370" y="2159"/>
                        <a:pt x="620" y="2159"/>
                      </a:cubicBezTo>
                      <a:cubicBezTo>
                        <a:pt x="644" y="2159"/>
                        <a:pt x="691" y="2159"/>
                        <a:pt x="751" y="2147"/>
                      </a:cubicBezTo>
                      <a:lnTo>
                        <a:pt x="5037" y="1111"/>
                      </a:lnTo>
                      <a:cubicBezTo>
                        <a:pt x="5335" y="1039"/>
                        <a:pt x="5525" y="730"/>
                        <a:pt x="5454" y="432"/>
                      </a:cubicBezTo>
                      <a:cubicBezTo>
                        <a:pt x="5392" y="177"/>
                        <a:pt x="5165" y="0"/>
                        <a:pt x="4906" y="0"/>
                      </a:cubicBezTo>
                      <a:close/>
                    </a:path>
                  </a:pathLst>
                </a:custGeom>
                <a:solidFill>
                  <a:srgbClr val="DD90B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3" name="Google Shape;283;p24"/>
                <p:cNvSpPr/>
                <p:nvPr/>
              </p:nvSpPr>
              <p:spPr>
                <a:xfrm>
                  <a:off x="6585839" y="3239847"/>
                  <a:ext cx="354104" cy="78218"/>
                </a:xfrm>
                <a:custGeom>
                  <a:rect b="b" l="l" r="r" t="t"/>
                  <a:pathLst>
                    <a:path extrusionOk="0" h="2525" w="11431">
                      <a:moveTo>
                        <a:pt x="465" y="0"/>
                      </a:moveTo>
                      <a:cubicBezTo>
                        <a:pt x="203" y="0"/>
                        <a:pt x="0" y="203"/>
                        <a:pt x="0" y="453"/>
                      </a:cubicBezTo>
                      <a:lnTo>
                        <a:pt x="0" y="2060"/>
                      </a:lnTo>
                      <a:cubicBezTo>
                        <a:pt x="0" y="2322"/>
                        <a:pt x="203" y="2524"/>
                        <a:pt x="465" y="2524"/>
                      </a:cubicBezTo>
                      <a:lnTo>
                        <a:pt x="10966" y="2524"/>
                      </a:lnTo>
                      <a:cubicBezTo>
                        <a:pt x="11216" y="2524"/>
                        <a:pt x="11430" y="2322"/>
                        <a:pt x="11430" y="2060"/>
                      </a:cubicBezTo>
                      <a:lnTo>
                        <a:pt x="11430" y="453"/>
                      </a:lnTo>
                      <a:cubicBezTo>
                        <a:pt x="11430" y="203"/>
                        <a:pt x="11216" y="0"/>
                        <a:pt x="1096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4" name="Google Shape;284;p24"/>
                <p:cNvSpPr/>
                <p:nvPr/>
              </p:nvSpPr>
              <p:spPr>
                <a:xfrm>
                  <a:off x="6631933" y="3266394"/>
                  <a:ext cx="24751" cy="24751"/>
                </a:xfrm>
                <a:custGeom>
                  <a:rect b="b" l="l" r="r" t="t"/>
                  <a:pathLst>
                    <a:path extrusionOk="0" h="799" w="799">
                      <a:moveTo>
                        <a:pt x="394" y="1"/>
                      </a:moveTo>
                      <a:cubicBezTo>
                        <a:pt x="179" y="1"/>
                        <a:pt x="1" y="179"/>
                        <a:pt x="1" y="405"/>
                      </a:cubicBezTo>
                      <a:cubicBezTo>
                        <a:pt x="1" y="620"/>
                        <a:pt x="179" y="798"/>
                        <a:pt x="394" y="798"/>
                      </a:cubicBezTo>
                      <a:cubicBezTo>
                        <a:pt x="620" y="798"/>
                        <a:pt x="798" y="620"/>
                        <a:pt x="798" y="405"/>
                      </a:cubicBezTo>
                      <a:cubicBezTo>
                        <a:pt x="798" y="179"/>
                        <a:pt x="620" y="1"/>
                        <a:pt x="394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5" name="Google Shape;285;p24"/>
                <p:cNvSpPr/>
                <p:nvPr/>
              </p:nvSpPr>
              <p:spPr>
                <a:xfrm>
                  <a:off x="6690574" y="3266394"/>
                  <a:ext cx="24751" cy="24751"/>
                </a:xfrm>
                <a:custGeom>
                  <a:rect b="b" l="l" r="r" t="t"/>
                  <a:pathLst>
                    <a:path extrusionOk="0" h="799" w="799">
                      <a:moveTo>
                        <a:pt x="394" y="1"/>
                      </a:moveTo>
                      <a:cubicBezTo>
                        <a:pt x="179" y="1"/>
                        <a:pt x="1" y="179"/>
                        <a:pt x="1" y="405"/>
                      </a:cubicBezTo>
                      <a:cubicBezTo>
                        <a:pt x="1" y="620"/>
                        <a:pt x="179" y="798"/>
                        <a:pt x="394" y="798"/>
                      </a:cubicBezTo>
                      <a:cubicBezTo>
                        <a:pt x="620" y="798"/>
                        <a:pt x="799" y="620"/>
                        <a:pt x="799" y="405"/>
                      </a:cubicBezTo>
                      <a:cubicBezTo>
                        <a:pt x="799" y="179"/>
                        <a:pt x="620" y="1"/>
                        <a:pt x="394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6" name="Google Shape;286;p24"/>
                <p:cNvSpPr/>
                <p:nvPr/>
              </p:nvSpPr>
              <p:spPr>
                <a:xfrm>
                  <a:off x="6748502" y="3266394"/>
                  <a:ext cx="25092" cy="24751"/>
                </a:xfrm>
                <a:custGeom>
                  <a:rect b="b" l="l" r="r" t="t"/>
                  <a:pathLst>
                    <a:path extrusionOk="0" h="799" w="810">
                      <a:moveTo>
                        <a:pt x="405" y="1"/>
                      </a:moveTo>
                      <a:cubicBezTo>
                        <a:pt x="179" y="1"/>
                        <a:pt x="0" y="179"/>
                        <a:pt x="0" y="405"/>
                      </a:cubicBezTo>
                      <a:cubicBezTo>
                        <a:pt x="0" y="620"/>
                        <a:pt x="179" y="798"/>
                        <a:pt x="405" y="798"/>
                      </a:cubicBezTo>
                      <a:cubicBezTo>
                        <a:pt x="619" y="798"/>
                        <a:pt x="810" y="620"/>
                        <a:pt x="810" y="405"/>
                      </a:cubicBezTo>
                      <a:cubicBezTo>
                        <a:pt x="810" y="179"/>
                        <a:pt x="619" y="1"/>
                        <a:pt x="405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7" name="Google Shape;287;p24"/>
                <p:cNvSpPr/>
                <p:nvPr/>
              </p:nvSpPr>
              <p:spPr>
                <a:xfrm>
                  <a:off x="6806399" y="3266394"/>
                  <a:ext cx="25092" cy="24751"/>
                </a:xfrm>
                <a:custGeom>
                  <a:rect b="b" l="l" r="r" t="t"/>
                  <a:pathLst>
                    <a:path extrusionOk="0" h="799" w="810">
                      <a:moveTo>
                        <a:pt x="405" y="1"/>
                      </a:moveTo>
                      <a:cubicBezTo>
                        <a:pt x="191" y="1"/>
                        <a:pt x="0" y="179"/>
                        <a:pt x="0" y="405"/>
                      </a:cubicBezTo>
                      <a:cubicBezTo>
                        <a:pt x="0" y="620"/>
                        <a:pt x="191" y="798"/>
                        <a:pt x="405" y="798"/>
                      </a:cubicBezTo>
                      <a:cubicBezTo>
                        <a:pt x="631" y="798"/>
                        <a:pt x="810" y="620"/>
                        <a:pt x="810" y="405"/>
                      </a:cubicBezTo>
                      <a:cubicBezTo>
                        <a:pt x="810" y="179"/>
                        <a:pt x="631" y="1"/>
                        <a:pt x="405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8" name="Google Shape;288;p24"/>
                <p:cNvSpPr/>
                <p:nvPr/>
              </p:nvSpPr>
              <p:spPr>
                <a:xfrm>
                  <a:off x="6865039" y="3266394"/>
                  <a:ext cx="25123" cy="24751"/>
                </a:xfrm>
                <a:custGeom>
                  <a:rect b="b" l="l" r="r" t="t"/>
                  <a:pathLst>
                    <a:path extrusionOk="0" h="799" w="811">
                      <a:moveTo>
                        <a:pt x="405" y="1"/>
                      </a:moveTo>
                      <a:cubicBezTo>
                        <a:pt x="179" y="1"/>
                        <a:pt x="0" y="179"/>
                        <a:pt x="0" y="405"/>
                      </a:cubicBezTo>
                      <a:cubicBezTo>
                        <a:pt x="0" y="620"/>
                        <a:pt x="179" y="798"/>
                        <a:pt x="405" y="798"/>
                      </a:cubicBezTo>
                      <a:cubicBezTo>
                        <a:pt x="632" y="798"/>
                        <a:pt x="810" y="620"/>
                        <a:pt x="810" y="405"/>
                      </a:cubicBezTo>
                      <a:cubicBezTo>
                        <a:pt x="810" y="179"/>
                        <a:pt x="632" y="1"/>
                        <a:pt x="405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9" name="Google Shape;289;p24"/>
                <p:cNvSpPr/>
                <p:nvPr/>
              </p:nvSpPr>
              <p:spPr>
                <a:xfrm>
                  <a:off x="6289291" y="3182043"/>
                  <a:ext cx="36151" cy="69637"/>
                </a:xfrm>
                <a:custGeom>
                  <a:rect b="b" l="l" r="r" t="t"/>
                  <a:pathLst>
                    <a:path extrusionOk="0" h="2248" w="1167">
                      <a:moveTo>
                        <a:pt x="766" y="1"/>
                      </a:moveTo>
                      <a:cubicBezTo>
                        <a:pt x="716" y="1"/>
                        <a:pt x="660" y="26"/>
                        <a:pt x="596" y="80"/>
                      </a:cubicBezTo>
                      <a:cubicBezTo>
                        <a:pt x="1" y="580"/>
                        <a:pt x="1084" y="2247"/>
                        <a:pt x="1084" y="2247"/>
                      </a:cubicBezTo>
                      <a:cubicBezTo>
                        <a:pt x="1116" y="1643"/>
                        <a:pt x="1167" y="1"/>
                        <a:pt x="766" y="1"/>
                      </a:cubicBezTo>
                      <a:close/>
                    </a:path>
                  </a:pathLst>
                </a:custGeom>
                <a:solidFill>
                  <a:srgbClr val="A060AD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0" name="Google Shape;290;p24"/>
                <p:cNvSpPr/>
                <p:nvPr/>
              </p:nvSpPr>
              <p:spPr>
                <a:xfrm>
                  <a:off x="6216835" y="3228633"/>
                  <a:ext cx="75802" cy="27942"/>
                </a:xfrm>
                <a:custGeom>
                  <a:rect b="b" l="l" r="r" t="t"/>
                  <a:pathLst>
                    <a:path extrusionOk="0" h="902" w="2447">
                      <a:moveTo>
                        <a:pt x="967" y="0"/>
                      </a:moveTo>
                      <a:cubicBezTo>
                        <a:pt x="843" y="0"/>
                        <a:pt x="723" y="30"/>
                        <a:pt x="613" y="100"/>
                      </a:cubicBezTo>
                      <a:cubicBezTo>
                        <a:pt x="1" y="505"/>
                        <a:pt x="1099" y="901"/>
                        <a:pt x="2046" y="901"/>
                      </a:cubicBezTo>
                      <a:cubicBezTo>
                        <a:pt x="2185" y="901"/>
                        <a:pt x="2320" y="893"/>
                        <a:pt x="2447" y="874"/>
                      </a:cubicBezTo>
                      <a:cubicBezTo>
                        <a:pt x="2447" y="874"/>
                        <a:pt x="1641" y="0"/>
                        <a:pt x="967" y="0"/>
                      </a:cubicBezTo>
                      <a:close/>
                    </a:path>
                  </a:pathLst>
                </a:custGeom>
                <a:solidFill>
                  <a:srgbClr val="A060AD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1" name="Google Shape;291;p24"/>
                <p:cNvSpPr/>
                <p:nvPr/>
              </p:nvSpPr>
              <p:spPr>
                <a:xfrm>
                  <a:off x="6244684" y="3135669"/>
                  <a:ext cx="34695" cy="30389"/>
                </a:xfrm>
                <a:custGeom>
                  <a:rect b="b" l="l" r="r" t="t"/>
                  <a:pathLst>
                    <a:path extrusionOk="0" h="981" w="1120">
                      <a:moveTo>
                        <a:pt x="557" y="0"/>
                      </a:moveTo>
                      <a:cubicBezTo>
                        <a:pt x="491" y="0"/>
                        <a:pt x="423" y="14"/>
                        <a:pt x="357" y="42"/>
                      </a:cubicBezTo>
                      <a:cubicBezTo>
                        <a:pt x="107" y="149"/>
                        <a:pt x="0" y="446"/>
                        <a:pt x="107" y="684"/>
                      </a:cubicBezTo>
                      <a:cubicBezTo>
                        <a:pt x="195" y="868"/>
                        <a:pt x="372" y="981"/>
                        <a:pt x="559" y="981"/>
                      </a:cubicBezTo>
                      <a:cubicBezTo>
                        <a:pt x="627" y="981"/>
                        <a:pt x="696" y="966"/>
                        <a:pt x="762" y="934"/>
                      </a:cubicBezTo>
                      <a:cubicBezTo>
                        <a:pt x="1012" y="827"/>
                        <a:pt x="1119" y="542"/>
                        <a:pt x="1012" y="292"/>
                      </a:cubicBezTo>
                      <a:cubicBezTo>
                        <a:pt x="924" y="107"/>
                        <a:pt x="745" y="0"/>
                        <a:pt x="557" y="0"/>
                      </a:cubicBezTo>
                      <a:close/>
                    </a:path>
                  </a:pathLst>
                </a:custGeom>
                <a:solidFill>
                  <a:srgbClr val="A060AD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2" name="Google Shape;292;p24"/>
                <p:cNvSpPr/>
                <p:nvPr/>
              </p:nvSpPr>
              <p:spPr>
                <a:xfrm>
                  <a:off x="6323986" y="3045463"/>
                  <a:ext cx="261884" cy="358534"/>
                </a:xfrm>
                <a:custGeom>
                  <a:rect b="b" l="l" r="r" t="t"/>
                  <a:pathLst>
                    <a:path extrusionOk="0" fill="none" h="11574" w="8454">
                      <a:moveTo>
                        <a:pt x="1512" y="8490"/>
                      </a:moveTo>
                      <a:cubicBezTo>
                        <a:pt x="1512" y="8490"/>
                        <a:pt x="2619" y="7740"/>
                        <a:pt x="3155" y="7347"/>
                      </a:cubicBezTo>
                      <a:cubicBezTo>
                        <a:pt x="3691" y="6930"/>
                        <a:pt x="4834" y="6275"/>
                        <a:pt x="5048" y="7347"/>
                      </a:cubicBezTo>
                      <a:cubicBezTo>
                        <a:pt x="5251" y="8418"/>
                        <a:pt x="3405" y="9514"/>
                        <a:pt x="3405" y="9514"/>
                      </a:cubicBezTo>
                      <a:cubicBezTo>
                        <a:pt x="3453" y="10419"/>
                        <a:pt x="3286" y="11574"/>
                        <a:pt x="3286" y="11574"/>
                      </a:cubicBezTo>
                      <a:lnTo>
                        <a:pt x="8453" y="10264"/>
                      </a:lnTo>
                      <a:lnTo>
                        <a:pt x="6275" y="1"/>
                      </a:lnTo>
                      <a:lnTo>
                        <a:pt x="0" y="1608"/>
                      </a:lnTo>
                      <a:lnTo>
                        <a:pt x="1024" y="6287"/>
                      </a:lnTo>
                      <a:close/>
                    </a:path>
                  </a:pathLst>
                </a:custGeom>
                <a:noFill/>
                <a:ln cap="flat" cmpd="sng" w="9525">
                  <a:solidFill>
                    <a:srgbClr val="000000"/>
                  </a:solidFill>
                  <a:prstDash val="solid"/>
                  <a:miter lim="11906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cxnSp>
          <p:nvCxnSpPr>
            <p:cNvPr id="293" name="Google Shape;293;p24"/>
            <p:cNvCxnSpPr/>
            <p:nvPr/>
          </p:nvCxnSpPr>
          <p:spPr>
            <a:xfrm rot="10800000">
              <a:off x="4924425" y="3873025"/>
              <a:ext cx="1978800" cy="150000"/>
            </a:xfrm>
            <a:prstGeom prst="bentConnector3">
              <a:avLst>
                <a:gd fmla="val 50000" name="adj1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294" name="Google Shape;294;p24"/>
          <p:cNvGrpSpPr/>
          <p:nvPr/>
        </p:nvGrpSpPr>
        <p:grpSpPr>
          <a:xfrm>
            <a:off x="3209544" y="1590674"/>
            <a:ext cx="2557101" cy="2445333"/>
            <a:chOff x="3277844" y="2519899"/>
            <a:chExt cx="2557101" cy="2445333"/>
          </a:xfrm>
        </p:grpSpPr>
        <p:sp>
          <p:nvSpPr>
            <p:cNvPr id="295" name="Google Shape;295;p24"/>
            <p:cNvSpPr/>
            <p:nvPr/>
          </p:nvSpPr>
          <p:spPr>
            <a:xfrm>
              <a:off x="3389209" y="2519899"/>
              <a:ext cx="2445736" cy="2445333"/>
            </a:xfrm>
            <a:custGeom>
              <a:rect b="b" l="l" r="r" t="t"/>
              <a:pathLst>
                <a:path extrusionOk="0" h="78939" w="78952">
                  <a:moveTo>
                    <a:pt x="39470" y="0"/>
                  </a:moveTo>
                  <a:cubicBezTo>
                    <a:pt x="17682" y="0"/>
                    <a:pt x="1" y="17669"/>
                    <a:pt x="1" y="39470"/>
                  </a:cubicBezTo>
                  <a:cubicBezTo>
                    <a:pt x="1" y="61270"/>
                    <a:pt x="17682" y="78939"/>
                    <a:pt x="39470" y="78939"/>
                  </a:cubicBezTo>
                  <a:cubicBezTo>
                    <a:pt x="61271" y="78939"/>
                    <a:pt x="78951" y="61270"/>
                    <a:pt x="78951" y="39470"/>
                  </a:cubicBezTo>
                  <a:cubicBezTo>
                    <a:pt x="78951" y="17669"/>
                    <a:pt x="61271" y="0"/>
                    <a:pt x="3947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24"/>
            <p:cNvSpPr/>
            <p:nvPr/>
          </p:nvSpPr>
          <p:spPr>
            <a:xfrm>
              <a:off x="4074121" y="2720881"/>
              <a:ext cx="1101343" cy="1310100"/>
            </a:xfrm>
            <a:custGeom>
              <a:rect b="b" l="l" r="r" t="t"/>
              <a:pathLst>
                <a:path extrusionOk="0" h="42292" w="35553">
                  <a:moveTo>
                    <a:pt x="22080" y="0"/>
                  </a:moveTo>
                  <a:cubicBezTo>
                    <a:pt x="19805" y="0"/>
                    <a:pt x="17661" y="921"/>
                    <a:pt x="17039" y="1240"/>
                  </a:cubicBezTo>
                  <a:cubicBezTo>
                    <a:pt x="17039" y="1240"/>
                    <a:pt x="16131" y="679"/>
                    <a:pt x="14656" y="679"/>
                  </a:cubicBezTo>
                  <a:cubicBezTo>
                    <a:pt x="13670" y="679"/>
                    <a:pt x="12430" y="929"/>
                    <a:pt x="11038" y="1763"/>
                  </a:cubicBezTo>
                  <a:cubicBezTo>
                    <a:pt x="7573" y="3859"/>
                    <a:pt x="7192" y="9026"/>
                    <a:pt x="6597" y="11372"/>
                  </a:cubicBezTo>
                  <a:cubicBezTo>
                    <a:pt x="6002" y="13729"/>
                    <a:pt x="2930" y="13955"/>
                    <a:pt x="2549" y="17765"/>
                  </a:cubicBezTo>
                  <a:cubicBezTo>
                    <a:pt x="2156" y="21575"/>
                    <a:pt x="4966" y="22945"/>
                    <a:pt x="4240" y="26135"/>
                  </a:cubicBezTo>
                  <a:cubicBezTo>
                    <a:pt x="3525" y="29338"/>
                    <a:pt x="1" y="32541"/>
                    <a:pt x="3859" y="36851"/>
                  </a:cubicBezTo>
                  <a:cubicBezTo>
                    <a:pt x="6555" y="39881"/>
                    <a:pt x="14268" y="42291"/>
                    <a:pt x="20492" y="42291"/>
                  </a:cubicBezTo>
                  <a:cubicBezTo>
                    <a:pt x="23145" y="42291"/>
                    <a:pt x="25527" y="41854"/>
                    <a:pt x="27135" y="40840"/>
                  </a:cubicBezTo>
                  <a:cubicBezTo>
                    <a:pt x="32493" y="37446"/>
                    <a:pt x="34315" y="34767"/>
                    <a:pt x="33600" y="31493"/>
                  </a:cubicBezTo>
                  <a:cubicBezTo>
                    <a:pt x="32886" y="28219"/>
                    <a:pt x="33993" y="26516"/>
                    <a:pt x="34315" y="25290"/>
                  </a:cubicBezTo>
                  <a:cubicBezTo>
                    <a:pt x="34553" y="24409"/>
                    <a:pt x="35553" y="21766"/>
                    <a:pt x="33207" y="19087"/>
                  </a:cubicBezTo>
                  <a:cubicBezTo>
                    <a:pt x="30850" y="16408"/>
                    <a:pt x="29814" y="15694"/>
                    <a:pt x="29814" y="12277"/>
                  </a:cubicBezTo>
                  <a:cubicBezTo>
                    <a:pt x="29814" y="8883"/>
                    <a:pt x="29350" y="4573"/>
                    <a:pt x="26278" y="1561"/>
                  </a:cubicBezTo>
                  <a:cubicBezTo>
                    <a:pt x="25073" y="384"/>
                    <a:pt x="23549" y="0"/>
                    <a:pt x="2208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24"/>
            <p:cNvSpPr/>
            <p:nvPr/>
          </p:nvSpPr>
          <p:spPr>
            <a:xfrm>
              <a:off x="5223386" y="3455388"/>
              <a:ext cx="471385" cy="1014885"/>
            </a:xfrm>
            <a:custGeom>
              <a:rect b="b" l="l" r="r" t="t"/>
              <a:pathLst>
                <a:path extrusionOk="0" h="32762" w="15217">
                  <a:moveTo>
                    <a:pt x="9689" y="1"/>
                  </a:moveTo>
                  <a:cubicBezTo>
                    <a:pt x="7408" y="1"/>
                    <a:pt x="4691" y="2197"/>
                    <a:pt x="2906" y="9294"/>
                  </a:cubicBezTo>
                  <a:cubicBezTo>
                    <a:pt x="1" y="20843"/>
                    <a:pt x="822" y="32762"/>
                    <a:pt x="822" y="32762"/>
                  </a:cubicBezTo>
                  <a:cubicBezTo>
                    <a:pt x="10538" y="23618"/>
                    <a:pt x="15217" y="4865"/>
                    <a:pt x="13133" y="1924"/>
                  </a:cubicBezTo>
                  <a:cubicBezTo>
                    <a:pt x="12381" y="864"/>
                    <a:pt x="11121" y="1"/>
                    <a:pt x="9689" y="1"/>
                  </a:cubicBezTo>
                  <a:close/>
                </a:path>
              </a:pathLst>
            </a:custGeom>
            <a:solidFill>
              <a:srgbClr val="A060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24"/>
            <p:cNvSpPr/>
            <p:nvPr/>
          </p:nvSpPr>
          <p:spPr>
            <a:xfrm>
              <a:off x="5248850" y="3461522"/>
              <a:ext cx="312036" cy="1008751"/>
            </a:xfrm>
            <a:custGeom>
              <a:rect b="b" l="l" r="r" t="t"/>
              <a:pathLst>
                <a:path extrusionOk="0" fill="none" h="32564" w="10073">
                  <a:moveTo>
                    <a:pt x="10073" y="0"/>
                  </a:moveTo>
                  <a:lnTo>
                    <a:pt x="0" y="32564"/>
                  </a:ln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24"/>
            <p:cNvSpPr/>
            <p:nvPr/>
          </p:nvSpPr>
          <p:spPr>
            <a:xfrm>
              <a:off x="5373875" y="3575829"/>
              <a:ext cx="85591" cy="212846"/>
            </a:xfrm>
            <a:custGeom>
              <a:rect b="b" l="l" r="r" t="t"/>
              <a:pathLst>
                <a:path extrusionOk="0" fill="none" h="6871" w="2763">
                  <a:moveTo>
                    <a:pt x="1" y="1"/>
                  </a:moveTo>
                  <a:lnTo>
                    <a:pt x="2763" y="6871"/>
                  </a:ln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24"/>
            <p:cNvSpPr/>
            <p:nvPr/>
          </p:nvSpPr>
          <p:spPr>
            <a:xfrm>
              <a:off x="5416655" y="3817794"/>
              <a:ext cx="191100" cy="110311"/>
            </a:xfrm>
            <a:custGeom>
              <a:rect b="b" l="l" r="r" t="t"/>
              <a:pathLst>
                <a:path extrusionOk="0" fill="none" h="3561" w="6169">
                  <a:moveTo>
                    <a:pt x="1" y="3560"/>
                  </a:moveTo>
                  <a:lnTo>
                    <a:pt x="6168" y="0"/>
                  </a:ln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24"/>
            <p:cNvSpPr/>
            <p:nvPr/>
          </p:nvSpPr>
          <p:spPr>
            <a:xfrm>
              <a:off x="5282399" y="3890808"/>
              <a:ext cx="83020" cy="201787"/>
            </a:xfrm>
            <a:custGeom>
              <a:rect b="b" l="l" r="r" t="t"/>
              <a:pathLst>
                <a:path extrusionOk="0" fill="none" h="6514" w="2680">
                  <a:moveTo>
                    <a:pt x="1" y="1"/>
                  </a:moveTo>
                  <a:lnTo>
                    <a:pt x="2680" y="6514"/>
                  </a:ln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24"/>
            <p:cNvSpPr/>
            <p:nvPr/>
          </p:nvSpPr>
          <p:spPr>
            <a:xfrm>
              <a:off x="5244792" y="3605722"/>
              <a:ext cx="531512" cy="1038645"/>
            </a:xfrm>
            <a:custGeom>
              <a:rect b="b" l="l" r="r" t="t"/>
              <a:pathLst>
                <a:path extrusionOk="0" h="33529" w="17158">
                  <a:moveTo>
                    <a:pt x="15752" y="0"/>
                  </a:moveTo>
                  <a:cubicBezTo>
                    <a:pt x="15752" y="0"/>
                    <a:pt x="15062" y="524"/>
                    <a:pt x="13835" y="1405"/>
                  </a:cubicBezTo>
                  <a:cubicBezTo>
                    <a:pt x="12621" y="2274"/>
                    <a:pt x="12169" y="5334"/>
                    <a:pt x="10514" y="5942"/>
                  </a:cubicBezTo>
                  <a:cubicBezTo>
                    <a:pt x="8859" y="6549"/>
                    <a:pt x="7037" y="8466"/>
                    <a:pt x="6858" y="10478"/>
                  </a:cubicBezTo>
                  <a:cubicBezTo>
                    <a:pt x="6680" y="12478"/>
                    <a:pt x="4096" y="13740"/>
                    <a:pt x="3536" y="14466"/>
                  </a:cubicBezTo>
                  <a:cubicBezTo>
                    <a:pt x="2977" y="15216"/>
                    <a:pt x="4108" y="18503"/>
                    <a:pt x="2215" y="21372"/>
                  </a:cubicBezTo>
                  <a:cubicBezTo>
                    <a:pt x="0" y="24741"/>
                    <a:pt x="3191" y="33528"/>
                    <a:pt x="3191" y="33528"/>
                  </a:cubicBezTo>
                  <a:cubicBezTo>
                    <a:pt x="3191" y="33528"/>
                    <a:pt x="10335" y="29052"/>
                    <a:pt x="11918" y="27027"/>
                  </a:cubicBezTo>
                  <a:cubicBezTo>
                    <a:pt x="13490" y="25015"/>
                    <a:pt x="12180" y="23979"/>
                    <a:pt x="12002" y="21622"/>
                  </a:cubicBezTo>
                  <a:cubicBezTo>
                    <a:pt x="11823" y="19277"/>
                    <a:pt x="15490" y="19110"/>
                    <a:pt x="15395" y="16776"/>
                  </a:cubicBezTo>
                  <a:cubicBezTo>
                    <a:pt x="15324" y="14443"/>
                    <a:pt x="14181" y="12919"/>
                    <a:pt x="15050" y="12038"/>
                  </a:cubicBezTo>
                  <a:cubicBezTo>
                    <a:pt x="15931" y="11168"/>
                    <a:pt x="17157" y="8466"/>
                    <a:pt x="15752" y="6370"/>
                  </a:cubicBezTo>
                  <a:cubicBezTo>
                    <a:pt x="14359" y="4275"/>
                    <a:pt x="15752" y="1"/>
                    <a:pt x="15752" y="0"/>
                  </a:cubicBezTo>
                  <a:close/>
                </a:path>
              </a:pathLst>
            </a:custGeom>
            <a:solidFill>
              <a:srgbClr val="DD90B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24"/>
            <p:cNvSpPr/>
            <p:nvPr/>
          </p:nvSpPr>
          <p:spPr>
            <a:xfrm>
              <a:off x="5343641" y="3606094"/>
              <a:ext cx="388768" cy="1038273"/>
            </a:xfrm>
            <a:custGeom>
              <a:rect b="b" l="l" r="r" t="t"/>
              <a:pathLst>
                <a:path extrusionOk="0" fill="none" h="33517" w="12550">
                  <a:moveTo>
                    <a:pt x="0" y="33516"/>
                  </a:moveTo>
                  <a:cubicBezTo>
                    <a:pt x="0" y="33516"/>
                    <a:pt x="4322" y="19050"/>
                    <a:pt x="12549" y="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24"/>
            <p:cNvSpPr/>
            <p:nvPr/>
          </p:nvSpPr>
          <p:spPr>
            <a:xfrm>
              <a:off x="5334410" y="4224962"/>
              <a:ext cx="78218" cy="207332"/>
            </a:xfrm>
            <a:custGeom>
              <a:rect b="b" l="l" r="r" t="t"/>
              <a:pathLst>
                <a:path extrusionOk="0" fill="none" h="6693" w="2525">
                  <a:moveTo>
                    <a:pt x="1" y="1"/>
                  </a:moveTo>
                  <a:lnTo>
                    <a:pt x="2525" y="6692"/>
                  </a:ln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24"/>
            <p:cNvSpPr/>
            <p:nvPr/>
          </p:nvSpPr>
          <p:spPr>
            <a:xfrm>
              <a:off x="5468294" y="4210589"/>
              <a:ext cx="185555" cy="63845"/>
            </a:xfrm>
            <a:custGeom>
              <a:rect b="b" l="l" r="r" t="t"/>
              <a:pathLst>
                <a:path extrusionOk="0" fill="none" h="2061" w="5990">
                  <a:moveTo>
                    <a:pt x="1" y="2060"/>
                  </a:moveTo>
                  <a:lnTo>
                    <a:pt x="5989" y="1"/>
                  </a:ln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24"/>
            <p:cNvSpPr/>
            <p:nvPr/>
          </p:nvSpPr>
          <p:spPr>
            <a:xfrm>
              <a:off x="5474552" y="3875319"/>
              <a:ext cx="53901" cy="234624"/>
            </a:xfrm>
            <a:custGeom>
              <a:rect b="b" l="l" r="r" t="t"/>
              <a:pathLst>
                <a:path extrusionOk="0" fill="none" h="7574" w="1740">
                  <a:moveTo>
                    <a:pt x="1" y="1"/>
                  </a:moveTo>
                  <a:lnTo>
                    <a:pt x="1739" y="7573"/>
                  </a:ln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24"/>
            <p:cNvSpPr/>
            <p:nvPr/>
          </p:nvSpPr>
          <p:spPr>
            <a:xfrm>
              <a:off x="5613982" y="3803420"/>
              <a:ext cx="118427" cy="87419"/>
            </a:xfrm>
            <a:custGeom>
              <a:rect b="b" l="l" r="r" t="t"/>
              <a:pathLst>
                <a:path extrusionOk="0" fill="none" h="2822" w="3823">
                  <a:moveTo>
                    <a:pt x="0" y="2822"/>
                  </a:moveTo>
                  <a:lnTo>
                    <a:pt x="3822" y="0"/>
                  </a:ln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24"/>
            <p:cNvSpPr/>
            <p:nvPr/>
          </p:nvSpPr>
          <p:spPr>
            <a:xfrm>
              <a:off x="3277844" y="3758782"/>
              <a:ext cx="531884" cy="962657"/>
            </a:xfrm>
            <a:custGeom>
              <a:rect b="b" l="l" r="r" t="t"/>
              <a:pathLst>
                <a:path extrusionOk="0" h="31076" w="17170">
                  <a:moveTo>
                    <a:pt x="3394" y="0"/>
                  </a:moveTo>
                  <a:cubicBezTo>
                    <a:pt x="3394" y="0"/>
                    <a:pt x="2786" y="5192"/>
                    <a:pt x="1381" y="8692"/>
                  </a:cubicBezTo>
                  <a:cubicBezTo>
                    <a:pt x="0" y="12192"/>
                    <a:pt x="1905" y="13812"/>
                    <a:pt x="3394" y="15824"/>
                  </a:cubicBezTo>
                  <a:cubicBezTo>
                    <a:pt x="4882" y="17836"/>
                    <a:pt x="4358" y="20432"/>
                    <a:pt x="5489" y="24599"/>
                  </a:cubicBezTo>
                  <a:cubicBezTo>
                    <a:pt x="6620" y="28766"/>
                    <a:pt x="14216" y="31076"/>
                    <a:pt x="14216" y="31076"/>
                  </a:cubicBezTo>
                  <a:cubicBezTo>
                    <a:pt x="14216" y="31076"/>
                    <a:pt x="16657" y="26551"/>
                    <a:pt x="16919" y="24622"/>
                  </a:cubicBezTo>
                  <a:cubicBezTo>
                    <a:pt x="17169" y="22682"/>
                    <a:pt x="15955" y="17753"/>
                    <a:pt x="15431" y="15550"/>
                  </a:cubicBezTo>
                  <a:cubicBezTo>
                    <a:pt x="14895" y="13347"/>
                    <a:pt x="11930" y="12180"/>
                    <a:pt x="11502" y="11478"/>
                  </a:cubicBezTo>
                  <a:cubicBezTo>
                    <a:pt x="11073" y="10776"/>
                    <a:pt x="12288" y="6144"/>
                    <a:pt x="8454" y="5108"/>
                  </a:cubicBezTo>
                  <a:cubicBezTo>
                    <a:pt x="4608" y="4049"/>
                    <a:pt x="3394" y="0"/>
                    <a:pt x="3394" y="0"/>
                  </a:cubicBezTo>
                  <a:close/>
                </a:path>
              </a:pathLst>
            </a:custGeom>
            <a:solidFill>
              <a:srgbClr val="A060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24"/>
            <p:cNvSpPr/>
            <p:nvPr/>
          </p:nvSpPr>
          <p:spPr>
            <a:xfrm>
              <a:off x="3383323" y="3758782"/>
              <a:ext cx="334929" cy="962657"/>
            </a:xfrm>
            <a:custGeom>
              <a:rect b="b" l="l" r="r" t="t"/>
              <a:pathLst>
                <a:path extrusionOk="0" fill="none" h="31076" w="10812">
                  <a:moveTo>
                    <a:pt x="0" y="0"/>
                  </a:moveTo>
                  <a:cubicBezTo>
                    <a:pt x="0" y="0"/>
                    <a:pt x="6287" y="20955"/>
                    <a:pt x="10811" y="31076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24"/>
            <p:cNvSpPr/>
            <p:nvPr/>
          </p:nvSpPr>
          <p:spPr>
            <a:xfrm>
              <a:off x="3306963" y="4112111"/>
              <a:ext cx="226507" cy="116568"/>
            </a:xfrm>
            <a:custGeom>
              <a:rect b="b" l="l" r="r" t="t"/>
              <a:pathLst>
                <a:path extrusionOk="0" fill="none" h="3763" w="7312">
                  <a:moveTo>
                    <a:pt x="1" y="1"/>
                  </a:moveTo>
                  <a:cubicBezTo>
                    <a:pt x="1" y="1"/>
                    <a:pt x="3692" y="2584"/>
                    <a:pt x="7311" y="3763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24"/>
            <p:cNvSpPr/>
            <p:nvPr/>
          </p:nvSpPr>
          <p:spPr>
            <a:xfrm>
              <a:off x="3503918" y="3928817"/>
              <a:ext cx="65703" cy="211731"/>
            </a:xfrm>
            <a:custGeom>
              <a:rect b="b" l="l" r="r" t="t"/>
              <a:pathLst>
                <a:path extrusionOk="0" fill="none" h="6835" w="2121">
                  <a:moveTo>
                    <a:pt x="1" y="6834"/>
                  </a:moveTo>
                  <a:cubicBezTo>
                    <a:pt x="1" y="6834"/>
                    <a:pt x="989" y="3191"/>
                    <a:pt x="2120" y="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24"/>
            <p:cNvSpPr/>
            <p:nvPr/>
          </p:nvSpPr>
          <p:spPr>
            <a:xfrm>
              <a:off x="3427218" y="4415288"/>
              <a:ext cx="200672" cy="81533"/>
            </a:xfrm>
            <a:custGeom>
              <a:rect b="b" l="l" r="r" t="t"/>
              <a:pathLst>
                <a:path extrusionOk="0" fill="none" h="2632" w="6478">
                  <a:moveTo>
                    <a:pt x="0" y="0"/>
                  </a:moveTo>
                  <a:cubicBezTo>
                    <a:pt x="0" y="0"/>
                    <a:pt x="4775" y="2537"/>
                    <a:pt x="6477" y="2632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24"/>
            <p:cNvSpPr/>
            <p:nvPr/>
          </p:nvSpPr>
          <p:spPr>
            <a:xfrm>
              <a:off x="3598338" y="4180355"/>
              <a:ext cx="120286" cy="234964"/>
            </a:xfrm>
            <a:custGeom>
              <a:rect b="b" l="l" r="r" t="t"/>
              <a:pathLst>
                <a:path extrusionOk="0" fill="none" h="7585" w="3883">
                  <a:moveTo>
                    <a:pt x="1" y="7584"/>
                  </a:moveTo>
                  <a:cubicBezTo>
                    <a:pt x="1" y="7584"/>
                    <a:pt x="2656" y="3429"/>
                    <a:pt x="3882" y="0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24"/>
            <p:cNvSpPr/>
            <p:nvPr/>
          </p:nvSpPr>
          <p:spPr>
            <a:xfrm>
              <a:off x="4343378" y="2851110"/>
              <a:ext cx="506048" cy="711305"/>
            </a:xfrm>
            <a:custGeom>
              <a:rect b="b" l="l" r="r" t="t"/>
              <a:pathLst>
                <a:path extrusionOk="0" h="22962" w="16336">
                  <a:moveTo>
                    <a:pt x="8037" y="0"/>
                  </a:moveTo>
                  <a:cubicBezTo>
                    <a:pt x="8037" y="0"/>
                    <a:pt x="7323" y="3977"/>
                    <a:pt x="465" y="8680"/>
                  </a:cubicBezTo>
                  <a:cubicBezTo>
                    <a:pt x="465" y="8680"/>
                    <a:pt x="0" y="14550"/>
                    <a:pt x="977" y="16788"/>
                  </a:cubicBezTo>
                  <a:cubicBezTo>
                    <a:pt x="1965" y="19014"/>
                    <a:pt x="5227" y="22408"/>
                    <a:pt x="8502" y="22932"/>
                  </a:cubicBezTo>
                  <a:cubicBezTo>
                    <a:pt x="8627" y="22952"/>
                    <a:pt x="8753" y="22961"/>
                    <a:pt x="8882" y="22961"/>
                  </a:cubicBezTo>
                  <a:cubicBezTo>
                    <a:pt x="12117" y="22961"/>
                    <a:pt x="16336" y="16859"/>
                    <a:pt x="16336" y="16859"/>
                  </a:cubicBezTo>
                  <a:cubicBezTo>
                    <a:pt x="16336" y="16859"/>
                    <a:pt x="16014" y="13919"/>
                    <a:pt x="15681" y="10787"/>
                  </a:cubicBezTo>
                  <a:lnTo>
                    <a:pt x="15360" y="7644"/>
                  </a:lnTo>
                  <a:cubicBezTo>
                    <a:pt x="15360" y="7644"/>
                    <a:pt x="13062" y="6013"/>
                    <a:pt x="11561" y="3655"/>
                  </a:cubicBezTo>
                  <a:cubicBezTo>
                    <a:pt x="10061" y="1310"/>
                    <a:pt x="8037" y="0"/>
                    <a:pt x="8037" y="0"/>
                  </a:cubicBezTo>
                  <a:close/>
                </a:path>
              </a:pathLst>
            </a:custGeom>
            <a:solidFill>
              <a:srgbClr val="F2CA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24"/>
            <p:cNvSpPr/>
            <p:nvPr/>
          </p:nvSpPr>
          <p:spPr>
            <a:xfrm>
              <a:off x="4273306" y="3173183"/>
              <a:ext cx="90764" cy="165544"/>
            </a:xfrm>
            <a:custGeom>
              <a:rect b="b" l="l" r="r" t="t"/>
              <a:pathLst>
                <a:path extrusionOk="0" h="5344" w="2930">
                  <a:moveTo>
                    <a:pt x="1563" y="0"/>
                  </a:moveTo>
                  <a:cubicBezTo>
                    <a:pt x="1472" y="0"/>
                    <a:pt x="1376" y="14"/>
                    <a:pt x="1274" y="45"/>
                  </a:cubicBezTo>
                  <a:cubicBezTo>
                    <a:pt x="429" y="319"/>
                    <a:pt x="0" y="4891"/>
                    <a:pt x="2929" y="5343"/>
                  </a:cubicBezTo>
                  <a:cubicBezTo>
                    <a:pt x="2643" y="4010"/>
                    <a:pt x="2584" y="2212"/>
                    <a:pt x="2620" y="759"/>
                  </a:cubicBezTo>
                  <a:cubicBezTo>
                    <a:pt x="2620" y="759"/>
                    <a:pt x="2240" y="0"/>
                    <a:pt x="1563" y="0"/>
                  </a:cubicBezTo>
                  <a:close/>
                </a:path>
              </a:pathLst>
            </a:custGeom>
            <a:solidFill>
              <a:srgbClr val="F2CA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24"/>
            <p:cNvSpPr/>
            <p:nvPr/>
          </p:nvSpPr>
          <p:spPr>
            <a:xfrm>
              <a:off x="4445541" y="3144312"/>
              <a:ext cx="71217" cy="95937"/>
            </a:xfrm>
            <a:custGeom>
              <a:rect b="b" l="l" r="r" t="t"/>
              <a:pathLst>
                <a:path extrusionOk="0" h="3097" w="2299">
                  <a:moveTo>
                    <a:pt x="1155" y="1"/>
                  </a:moveTo>
                  <a:cubicBezTo>
                    <a:pt x="512" y="1"/>
                    <a:pt x="0" y="691"/>
                    <a:pt x="0" y="1548"/>
                  </a:cubicBezTo>
                  <a:cubicBezTo>
                    <a:pt x="0" y="2406"/>
                    <a:pt x="512" y="3096"/>
                    <a:pt x="1155" y="3096"/>
                  </a:cubicBezTo>
                  <a:cubicBezTo>
                    <a:pt x="1786" y="3096"/>
                    <a:pt x="2298" y="2406"/>
                    <a:pt x="2298" y="1548"/>
                  </a:cubicBezTo>
                  <a:cubicBezTo>
                    <a:pt x="2298" y="691"/>
                    <a:pt x="1786" y="1"/>
                    <a:pt x="115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24"/>
            <p:cNvSpPr/>
            <p:nvPr/>
          </p:nvSpPr>
          <p:spPr>
            <a:xfrm>
              <a:off x="4680103" y="3144312"/>
              <a:ext cx="71217" cy="95937"/>
            </a:xfrm>
            <a:custGeom>
              <a:rect b="b" l="l" r="r" t="t"/>
              <a:pathLst>
                <a:path extrusionOk="0" h="3097" w="2299">
                  <a:moveTo>
                    <a:pt x="1156" y="1"/>
                  </a:moveTo>
                  <a:cubicBezTo>
                    <a:pt x="525" y="1"/>
                    <a:pt x="1" y="691"/>
                    <a:pt x="1" y="1548"/>
                  </a:cubicBezTo>
                  <a:cubicBezTo>
                    <a:pt x="1" y="2406"/>
                    <a:pt x="525" y="3096"/>
                    <a:pt x="1156" y="3096"/>
                  </a:cubicBezTo>
                  <a:cubicBezTo>
                    <a:pt x="1787" y="3096"/>
                    <a:pt x="2299" y="2406"/>
                    <a:pt x="2299" y="1548"/>
                  </a:cubicBezTo>
                  <a:cubicBezTo>
                    <a:pt x="2299" y="691"/>
                    <a:pt x="1787" y="1"/>
                    <a:pt x="115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24"/>
            <p:cNvSpPr/>
            <p:nvPr/>
          </p:nvSpPr>
          <p:spPr>
            <a:xfrm>
              <a:off x="4548820" y="3107449"/>
              <a:ext cx="47241" cy="201013"/>
            </a:xfrm>
            <a:custGeom>
              <a:rect b="b" l="l" r="r" t="t"/>
              <a:pathLst>
                <a:path extrusionOk="0" h="6489" w="1525">
                  <a:moveTo>
                    <a:pt x="1310" y="0"/>
                  </a:moveTo>
                  <a:cubicBezTo>
                    <a:pt x="1215" y="0"/>
                    <a:pt x="1119" y="83"/>
                    <a:pt x="1119" y="191"/>
                  </a:cubicBezTo>
                  <a:cubicBezTo>
                    <a:pt x="1119" y="226"/>
                    <a:pt x="1072" y="2643"/>
                    <a:pt x="417" y="3798"/>
                  </a:cubicBezTo>
                  <a:cubicBezTo>
                    <a:pt x="84" y="4405"/>
                    <a:pt x="0" y="5013"/>
                    <a:pt x="215" y="5536"/>
                  </a:cubicBezTo>
                  <a:cubicBezTo>
                    <a:pt x="393" y="5977"/>
                    <a:pt x="798" y="6334"/>
                    <a:pt x="1250" y="6477"/>
                  </a:cubicBezTo>
                  <a:cubicBezTo>
                    <a:pt x="1274" y="6489"/>
                    <a:pt x="1298" y="6489"/>
                    <a:pt x="1310" y="6489"/>
                  </a:cubicBezTo>
                  <a:cubicBezTo>
                    <a:pt x="1393" y="6489"/>
                    <a:pt x="1477" y="6429"/>
                    <a:pt x="1489" y="6334"/>
                  </a:cubicBezTo>
                  <a:cubicBezTo>
                    <a:pt x="1524" y="6239"/>
                    <a:pt x="1465" y="6120"/>
                    <a:pt x="1358" y="6084"/>
                  </a:cubicBezTo>
                  <a:cubicBezTo>
                    <a:pt x="1012" y="5977"/>
                    <a:pt x="715" y="5727"/>
                    <a:pt x="584" y="5382"/>
                  </a:cubicBezTo>
                  <a:cubicBezTo>
                    <a:pt x="465" y="5108"/>
                    <a:pt x="405" y="4632"/>
                    <a:pt x="762" y="4001"/>
                  </a:cubicBezTo>
                  <a:cubicBezTo>
                    <a:pt x="1465" y="2750"/>
                    <a:pt x="1512" y="310"/>
                    <a:pt x="1512" y="202"/>
                  </a:cubicBezTo>
                  <a:cubicBezTo>
                    <a:pt x="1512" y="83"/>
                    <a:pt x="1417" y="0"/>
                    <a:pt x="131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24"/>
            <p:cNvSpPr/>
            <p:nvPr/>
          </p:nvSpPr>
          <p:spPr>
            <a:xfrm>
              <a:off x="4485378" y="3359575"/>
              <a:ext cx="31380" cy="18617"/>
            </a:xfrm>
            <a:custGeom>
              <a:rect b="b" l="l" r="r" t="t"/>
              <a:pathLst>
                <a:path extrusionOk="0" h="601" w="1013">
                  <a:moveTo>
                    <a:pt x="221" y="0"/>
                  </a:moveTo>
                  <a:cubicBezTo>
                    <a:pt x="140" y="0"/>
                    <a:pt x="66" y="54"/>
                    <a:pt x="48" y="136"/>
                  </a:cubicBezTo>
                  <a:cubicBezTo>
                    <a:pt x="0" y="243"/>
                    <a:pt x="60" y="362"/>
                    <a:pt x="167" y="386"/>
                  </a:cubicBezTo>
                  <a:lnTo>
                    <a:pt x="715" y="576"/>
                  </a:lnTo>
                  <a:cubicBezTo>
                    <a:pt x="727" y="600"/>
                    <a:pt x="762" y="600"/>
                    <a:pt x="774" y="600"/>
                  </a:cubicBezTo>
                  <a:cubicBezTo>
                    <a:pt x="858" y="600"/>
                    <a:pt x="941" y="553"/>
                    <a:pt x="965" y="457"/>
                  </a:cubicBezTo>
                  <a:cubicBezTo>
                    <a:pt x="1012" y="362"/>
                    <a:pt x="953" y="243"/>
                    <a:pt x="846" y="207"/>
                  </a:cubicBezTo>
                  <a:lnTo>
                    <a:pt x="298" y="17"/>
                  </a:lnTo>
                  <a:cubicBezTo>
                    <a:pt x="273" y="5"/>
                    <a:pt x="246" y="0"/>
                    <a:pt x="22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24"/>
            <p:cNvSpPr/>
            <p:nvPr/>
          </p:nvSpPr>
          <p:spPr>
            <a:xfrm>
              <a:off x="4520786" y="3359141"/>
              <a:ext cx="174837" cy="27167"/>
            </a:xfrm>
            <a:custGeom>
              <a:rect b="b" l="l" r="r" t="t"/>
              <a:pathLst>
                <a:path extrusionOk="0" h="877" w="5644">
                  <a:moveTo>
                    <a:pt x="5414" y="0"/>
                  </a:moveTo>
                  <a:cubicBezTo>
                    <a:pt x="5387" y="0"/>
                    <a:pt x="5360" y="6"/>
                    <a:pt x="5334" y="19"/>
                  </a:cubicBezTo>
                  <a:cubicBezTo>
                    <a:pt x="4484" y="369"/>
                    <a:pt x="3326" y="462"/>
                    <a:pt x="2328" y="462"/>
                  </a:cubicBezTo>
                  <a:cubicBezTo>
                    <a:pt x="1188" y="462"/>
                    <a:pt x="258" y="340"/>
                    <a:pt x="238" y="340"/>
                  </a:cubicBezTo>
                  <a:cubicBezTo>
                    <a:pt x="232" y="340"/>
                    <a:pt x="225" y="339"/>
                    <a:pt x="218" y="339"/>
                  </a:cubicBezTo>
                  <a:cubicBezTo>
                    <a:pt x="119" y="339"/>
                    <a:pt x="35" y="419"/>
                    <a:pt x="12" y="519"/>
                  </a:cubicBezTo>
                  <a:cubicBezTo>
                    <a:pt x="0" y="626"/>
                    <a:pt x="96" y="733"/>
                    <a:pt x="191" y="745"/>
                  </a:cubicBezTo>
                  <a:cubicBezTo>
                    <a:pt x="274" y="757"/>
                    <a:pt x="1191" y="876"/>
                    <a:pt x="2322" y="876"/>
                  </a:cubicBezTo>
                  <a:cubicBezTo>
                    <a:pt x="3346" y="876"/>
                    <a:pt x="4572" y="769"/>
                    <a:pt x="5489" y="388"/>
                  </a:cubicBezTo>
                  <a:cubicBezTo>
                    <a:pt x="5596" y="340"/>
                    <a:pt x="5644" y="221"/>
                    <a:pt x="5596" y="114"/>
                  </a:cubicBezTo>
                  <a:cubicBezTo>
                    <a:pt x="5561" y="44"/>
                    <a:pt x="5488" y="0"/>
                    <a:pt x="541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24"/>
            <p:cNvSpPr/>
            <p:nvPr/>
          </p:nvSpPr>
          <p:spPr>
            <a:xfrm>
              <a:off x="4409762" y="3055747"/>
              <a:ext cx="125056" cy="26641"/>
            </a:xfrm>
            <a:custGeom>
              <a:rect b="b" l="l" r="r" t="t"/>
              <a:pathLst>
                <a:path extrusionOk="0" h="860" w="4037">
                  <a:moveTo>
                    <a:pt x="2197" y="1"/>
                  </a:moveTo>
                  <a:cubicBezTo>
                    <a:pt x="1597" y="1"/>
                    <a:pt x="883" y="114"/>
                    <a:pt x="132" y="478"/>
                  </a:cubicBezTo>
                  <a:cubicBezTo>
                    <a:pt x="48" y="526"/>
                    <a:pt x="1" y="645"/>
                    <a:pt x="48" y="740"/>
                  </a:cubicBezTo>
                  <a:cubicBezTo>
                    <a:pt x="72" y="824"/>
                    <a:pt x="143" y="859"/>
                    <a:pt x="227" y="859"/>
                  </a:cubicBezTo>
                  <a:cubicBezTo>
                    <a:pt x="251" y="859"/>
                    <a:pt x="286" y="847"/>
                    <a:pt x="310" y="847"/>
                  </a:cubicBezTo>
                  <a:cubicBezTo>
                    <a:pt x="994" y="519"/>
                    <a:pt x="1652" y="418"/>
                    <a:pt x="2204" y="418"/>
                  </a:cubicBezTo>
                  <a:cubicBezTo>
                    <a:pt x="3093" y="418"/>
                    <a:pt x="3708" y="681"/>
                    <a:pt x="3715" y="681"/>
                  </a:cubicBezTo>
                  <a:cubicBezTo>
                    <a:pt x="3744" y="694"/>
                    <a:pt x="3774" y="699"/>
                    <a:pt x="3802" y="699"/>
                  </a:cubicBezTo>
                  <a:cubicBezTo>
                    <a:pt x="3881" y="699"/>
                    <a:pt x="3954" y="655"/>
                    <a:pt x="3989" y="586"/>
                  </a:cubicBezTo>
                  <a:cubicBezTo>
                    <a:pt x="4037" y="478"/>
                    <a:pt x="3989" y="359"/>
                    <a:pt x="3882" y="312"/>
                  </a:cubicBezTo>
                  <a:cubicBezTo>
                    <a:pt x="3838" y="297"/>
                    <a:pt x="3167" y="1"/>
                    <a:pt x="219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24"/>
            <p:cNvSpPr/>
            <p:nvPr/>
          </p:nvSpPr>
          <p:spPr>
            <a:xfrm>
              <a:off x="4662043" y="3051782"/>
              <a:ext cx="140917" cy="23357"/>
            </a:xfrm>
            <a:custGeom>
              <a:rect b="b" l="l" r="r" t="t"/>
              <a:pathLst>
                <a:path extrusionOk="0" h="754" w="4549">
                  <a:moveTo>
                    <a:pt x="2336" y="0"/>
                  </a:moveTo>
                  <a:cubicBezTo>
                    <a:pt x="1119" y="0"/>
                    <a:pt x="218" y="345"/>
                    <a:pt x="155" y="368"/>
                  </a:cubicBezTo>
                  <a:cubicBezTo>
                    <a:pt x="60" y="392"/>
                    <a:pt x="0" y="511"/>
                    <a:pt x="36" y="618"/>
                  </a:cubicBezTo>
                  <a:cubicBezTo>
                    <a:pt x="63" y="700"/>
                    <a:pt x="139" y="754"/>
                    <a:pt x="221" y="754"/>
                  </a:cubicBezTo>
                  <a:cubicBezTo>
                    <a:pt x="246" y="754"/>
                    <a:pt x="273" y="749"/>
                    <a:pt x="298" y="737"/>
                  </a:cubicBezTo>
                  <a:cubicBezTo>
                    <a:pt x="314" y="729"/>
                    <a:pt x="1175" y="407"/>
                    <a:pt x="2334" y="407"/>
                  </a:cubicBezTo>
                  <a:cubicBezTo>
                    <a:pt x="2920" y="407"/>
                    <a:pt x="3583" y="489"/>
                    <a:pt x="4251" y="737"/>
                  </a:cubicBezTo>
                  <a:cubicBezTo>
                    <a:pt x="4287" y="749"/>
                    <a:pt x="4299" y="749"/>
                    <a:pt x="4322" y="749"/>
                  </a:cubicBezTo>
                  <a:cubicBezTo>
                    <a:pt x="4418" y="749"/>
                    <a:pt x="4489" y="714"/>
                    <a:pt x="4513" y="618"/>
                  </a:cubicBezTo>
                  <a:cubicBezTo>
                    <a:pt x="4549" y="511"/>
                    <a:pt x="4501" y="416"/>
                    <a:pt x="4406" y="368"/>
                  </a:cubicBezTo>
                  <a:cubicBezTo>
                    <a:pt x="3680" y="92"/>
                    <a:pt x="2966" y="0"/>
                    <a:pt x="233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24"/>
            <p:cNvSpPr/>
            <p:nvPr/>
          </p:nvSpPr>
          <p:spPr>
            <a:xfrm>
              <a:off x="4113586" y="3193411"/>
              <a:ext cx="78218" cy="494958"/>
            </a:xfrm>
            <a:custGeom>
              <a:rect b="b" l="l" r="r" t="t"/>
              <a:pathLst>
                <a:path extrusionOk="0" h="15978" w="2525">
                  <a:moveTo>
                    <a:pt x="2288" y="1"/>
                  </a:moveTo>
                  <a:cubicBezTo>
                    <a:pt x="2246" y="1"/>
                    <a:pt x="2204" y="16"/>
                    <a:pt x="2168" y="47"/>
                  </a:cubicBezTo>
                  <a:cubicBezTo>
                    <a:pt x="2084" y="130"/>
                    <a:pt x="144" y="1773"/>
                    <a:pt x="48" y="4964"/>
                  </a:cubicBezTo>
                  <a:cubicBezTo>
                    <a:pt x="1" y="6643"/>
                    <a:pt x="465" y="7595"/>
                    <a:pt x="930" y="8500"/>
                  </a:cubicBezTo>
                  <a:cubicBezTo>
                    <a:pt x="1346" y="9357"/>
                    <a:pt x="1751" y="10155"/>
                    <a:pt x="1787" y="11560"/>
                  </a:cubicBezTo>
                  <a:cubicBezTo>
                    <a:pt x="1882" y="14441"/>
                    <a:pt x="1108" y="15644"/>
                    <a:pt x="1108" y="15668"/>
                  </a:cubicBezTo>
                  <a:cubicBezTo>
                    <a:pt x="1049" y="15751"/>
                    <a:pt x="1072" y="15882"/>
                    <a:pt x="1168" y="15942"/>
                  </a:cubicBezTo>
                  <a:cubicBezTo>
                    <a:pt x="1191" y="15965"/>
                    <a:pt x="1227" y="15977"/>
                    <a:pt x="1275" y="15977"/>
                  </a:cubicBezTo>
                  <a:cubicBezTo>
                    <a:pt x="1334" y="15977"/>
                    <a:pt x="1406" y="15942"/>
                    <a:pt x="1430" y="15882"/>
                  </a:cubicBezTo>
                  <a:cubicBezTo>
                    <a:pt x="1465" y="15823"/>
                    <a:pt x="2287" y="14572"/>
                    <a:pt x="2192" y="11536"/>
                  </a:cubicBezTo>
                  <a:cubicBezTo>
                    <a:pt x="2144" y="10048"/>
                    <a:pt x="1715" y="9179"/>
                    <a:pt x="1287" y="8322"/>
                  </a:cubicBezTo>
                  <a:cubicBezTo>
                    <a:pt x="834" y="7417"/>
                    <a:pt x="406" y="6560"/>
                    <a:pt x="453" y="4976"/>
                  </a:cubicBezTo>
                  <a:cubicBezTo>
                    <a:pt x="525" y="1976"/>
                    <a:pt x="2406" y="380"/>
                    <a:pt x="2418" y="368"/>
                  </a:cubicBezTo>
                  <a:cubicBezTo>
                    <a:pt x="2501" y="285"/>
                    <a:pt x="2525" y="166"/>
                    <a:pt x="2442" y="83"/>
                  </a:cubicBezTo>
                  <a:cubicBezTo>
                    <a:pt x="2401" y="28"/>
                    <a:pt x="2344" y="1"/>
                    <a:pt x="228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24"/>
            <p:cNvSpPr/>
            <p:nvPr/>
          </p:nvSpPr>
          <p:spPr>
            <a:xfrm>
              <a:off x="5088758" y="3380825"/>
              <a:ext cx="73819" cy="384617"/>
            </a:xfrm>
            <a:custGeom>
              <a:rect b="b" l="l" r="r" t="t"/>
              <a:pathLst>
                <a:path extrusionOk="0" h="12416" w="2383">
                  <a:moveTo>
                    <a:pt x="1020" y="1"/>
                  </a:moveTo>
                  <a:cubicBezTo>
                    <a:pt x="981" y="1"/>
                    <a:pt x="941" y="11"/>
                    <a:pt x="906" y="33"/>
                  </a:cubicBezTo>
                  <a:cubicBezTo>
                    <a:pt x="823" y="93"/>
                    <a:pt x="787" y="224"/>
                    <a:pt x="846" y="307"/>
                  </a:cubicBezTo>
                  <a:cubicBezTo>
                    <a:pt x="870" y="343"/>
                    <a:pt x="1977" y="2129"/>
                    <a:pt x="1977" y="4093"/>
                  </a:cubicBezTo>
                  <a:cubicBezTo>
                    <a:pt x="1977" y="6022"/>
                    <a:pt x="1656" y="7510"/>
                    <a:pt x="834" y="9237"/>
                  </a:cubicBezTo>
                  <a:cubicBezTo>
                    <a:pt x="49" y="10927"/>
                    <a:pt x="13" y="12154"/>
                    <a:pt x="13" y="12201"/>
                  </a:cubicBezTo>
                  <a:cubicBezTo>
                    <a:pt x="1" y="12320"/>
                    <a:pt x="96" y="12416"/>
                    <a:pt x="215" y="12416"/>
                  </a:cubicBezTo>
                  <a:cubicBezTo>
                    <a:pt x="311" y="12416"/>
                    <a:pt x="406" y="12320"/>
                    <a:pt x="418" y="12190"/>
                  </a:cubicBezTo>
                  <a:cubicBezTo>
                    <a:pt x="418" y="12178"/>
                    <a:pt x="453" y="10987"/>
                    <a:pt x="1204" y="9392"/>
                  </a:cubicBezTo>
                  <a:cubicBezTo>
                    <a:pt x="2037" y="7606"/>
                    <a:pt x="2382" y="6070"/>
                    <a:pt x="2382" y="4081"/>
                  </a:cubicBezTo>
                  <a:cubicBezTo>
                    <a:pt x="2382" y="1998"/>
                    <a:pt x="1239" y="164"/>
                    <a:pt x="1192" y="93"/>
                  </a:cubicBezTo>
                  <a:cubicBezTo>
                    <a:pt x="1154" y="32"/>
                    <a:pt x="1088" y="1"/>
                    <a:pt x="102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24"/>
            <p:cNvSpPr/>
            <p:nvPr/>
          </p:nvSpPr>
          <p:spPr>
            <a:xfrm>
              <a:off x="4584971" y="2844295"/>
              <a:ext cx="240478" cy="249152"/>
            </a:xfrm>
            <a:custGeom>
              <a:rect b="b" l="l" r="r" t="t"/>
              <a:pathLst>
                <a:path extrusionOk="0" h="8043" w="7763">
                  <a:moveTo>
                    <a:pt x="234" y="1"/>
                  </a:moveTo>
                  <a:cubicBezTo>
                    <a:pt x="198" y="1"/>
                    <a:pt x="163" y="10"/>
                    <a:pt x="131" y="30"/>
                  </a:cubicBezTo>
                  <a:cubicBezTo>
                    <a:pt x="48" y="65"/>
                    <a:pt x="0" y="208"/>
                    <a:pt x="60" y="292"/>
                  </a:cubicBezTo>
                  <a:cubicBezTo>
                    <a:pt x="71" y="327"/>
                    <a:pt x="1334" y="2590"/>
                    <a:pt x="2560" y="4149"/>
                  </a:cubicBezTo>
                  <a:cubicBezTo>
                    <a:pt x="4358" y="6471"/>
                    <a:pt x="7346" y="7971"/>
                    <a:pt x="7465" y="8031"/>
                  </a:cubicBezTo>
                  <a:cubicBezTo>
                    <a:pt x="7501" y="8043"/>
                    <a:pt x="7525" y="8043"/>
                    <a:pt x="7561" y="8043"/>
                  </a:cubicBezTo>
                  <a:cubicBezTo>
                    <a:pt x="7632" y="8043"/>
                    <a:pt x="7703" y="8007"/>
                    <a:pt x="7727" y="7924"/>
                  </a:cubicBezTo>
                  <a:cubicBezTo>
                    <a:pt x="7763" y="7828"/>
                    <a:pt x="7739" y="7709"/>
                    <a:pt x="7632" y="7662"/>
                  </a:cubicBezTo>
                  <a:cubicBezTo>
                    <a:pt x="7608" y="7650"/>
                    <a:pt x="4608" y="6138"/>
                    <a:pt x="2869" y="3899"/>
                  </a:cubicBezTo>
                  <a:cubicBezTo>
                    <a:pt x="1667" y="2351"/>
                    <a:pt x="417" y="125"/>
                    <a:pt x="405" y="101"/>
                  </a:cubicBezTo>
                  <a:cubicBezTo>
                    <a:pt x="373" y="38"/>
                    <a:pt x="304" y="1"/>
                    <a:pt x="23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24"/>
            <p:cNvSpPr/>
            <p:nvPr/>
          </p:nvSpPr>
          <p:spPr>
            <a:xfrm>
              <a:off x="4193632" y="3457464"/>
              <a:ext cx="812540" cy="570637"/>
            </a:xfrm>
            <a:custGeom>
              <a:rect b="b" l="l" r="r" t="t"/>
              <a:pathLst>
                <a:path extrusionOk="0" h="18421" w="26230">
                  <a:moveTo>
                    <a:pt x="18955" y="0"/>
                  </a:moveTo>
                  <a:lnTo>
                    <a:pt x="18955" y="0"/>
                  </a:lnTo>
                  <a:cubicBezTo>
                    <a:pt x="17457" y="1620"/>
                    <a:pt x="15442" y="3374"/>
                    <a:pt x="13710" y="3374"/>
                  </a:cubicBezTo>
                  <a:cubicBezTo>
                    <a:pt x="13584" y="3374"/>
                    <a:pt x="13459" y="3365"/>
                    <a:pt x="13336" y="3346"/>
                  </a:cubicBezTo>
                  <a:cubicBezTo>
                    <a:pt x="12062" y="3131"/>
                    <a:pt x="10799" y="2512"/>
                    <a:pt x="9668" y="1679"/>
                  </a:cubicBezTo>
                  <a:lnTo>
                    <a:pt x="9668" y="1679"/>
                  </a:lnTo>
                  <a:cubicBezTo>
                    <a:pt x="9716" y="3774"/>
                    <a:pt x="9716" y="8072"/>
                    <a:pt x="8990" y="9727"/>
                  </a:cubicBezTo>
                  <a:cubicBezTo>
                    <a:pt x="8013" y="11966"/>
                    <a:pt x="1" y="13097"/>
                    <a:pt x="1" y="13097"/>
                  </a:cubicBezTo>
                  <a:cubicBezTo>
                    <a:pt x="1" y="13097"/>
                    <a:pt x="5954" y="17716"/>
                    <a:pt x="13728" y="18371"/>
                  </a:cubicBezTo>
                  <a:cubicBezTo>
                    <a:pt x="14135" y="18405"/>
                    <a:pt x="14533" y="18421"/>
                    <a:pt x="14923" y="18421"/>
                  </a:cubicBezTo>
                  <a:cubicBezTo>
                    <a:pt x="21995" y="18421"/>
                    <a:pt x="26230" y="13180"/>
                    <a:pt x="26230" y="13180"/>
                  </a:cubicBezTo>
                  <a:cubicBezTo>
                    <a:pt x="26230" y="13180"/>
                    <a:pt x="20277" y="12930"/>
                    <a:pt x="18812" y="9727"/>
                  </a:cubicBezTo>
                  <a:cubicBezTo>
                    <a:pt x="18098" y="8180"/>
                    <a:pt x="18634" y="2691"/>
                    <a:pt x="18955" y="0"/>
                  </a:cubicBezTo>
                  <a:close/>
                </a:path>
              </a:pathLst>
            </a:custGeom>
            <a:solidFill>
              <a:srgbClr val="F2CA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24"/>
            <p:cNvSpPr/>
            <p:nvPr/>
          </p:nvSpPr>
          <p:spPr>
            <a:xfrm>
              <a:off x="3513521" y="3570624"/>
              <a:ext cx="437093" cy="912938"/>
            </a:xfrm>
            <a:custGeom>
              <a:rect b="b" l="l" r="r" t="t"/>
              <a:pathLst>
                <a:path extrusionOk="0" h="29471" w="14110">
                  <a:moveTo>
                    <a:pt x="6358" y="0"/>
                  </a:moveTo>
                  <a:cubicBezTo>
                    <a:pt x="6137" y="0"/>
                    <a:pt x="5903" y="24"/>
                    <a:pt x="5656" y="74"/>
                  </a:cubicBezTo>
                  <a:cubicBezTo>
                    <a:pt x="1917" y="836"/>
                    <a:pt x="0" y="9599"/>
                    <a:pt x="2263" y="16314"/>
                  </a:cubicBezTo>
                  <a:cubicBezTo>
                    <a:pt x="4525" y="23029"/>
                    <a:pt x="10442" y="27815"/>
                    <a:pt x="10442" y="27815"/>
                  </a:cubicBezTo>
                  <a:cubicBezTo>
                    <a:pt x="12371" y="29220"/>
                    <a:pt x="14109" y="29470"/>
                    <a:pt x="14109" y="29470"/>
                  </a:cubicBezTo>
                  <a:lnTo>
                    <a:pt x="12704" y="27256"/>
                  </a:lnTo>
                  <a:cubicBezTo>
                    <a:pt x="11323" y="25041"/>
                    <a:pt x="10883" y="13349"/>
                    <a:pt x="10442" y="8920"/>
                  </a:cubicBezTo>
                  <a:cubicBezTo>
                    <a:pt x="10042" y="4772"/>
                    <a:pt x="9486" y="0"/>
                    <a:pt x="6358" y="0"/>
                  </a:cubicBezTo>
                  <a:close/>
                </a:path>
              </a:pathLst>
            </a:custGeom>
            <a:solidFill>
              <a:srgbClr val="DD90B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24"/>
            <p:cNvSpPr/>
            <p:nvPr/>
          </p:nvSpPr>
          <p:spPr>
            <a:xfrm>
              <a:off x="3602396" y="3573629"/>
              <a:ext cx="348218" cy="910305"/>
            </a:xfrm>
            <a:custGeom>
              <a:rect b="b" l="l" r="r" t="t"/>
              <a:pathLst>
                <a:path extrusionOk="0" fill="none" h="29386" w="11241">
                  <a:moveTo>
                    <a:pt x="2787" y="0"/>
                  </a:moveTo>
                  <a:cubicBezTo>
                    <a:pt x="2787" y="0"/>
                    <a:pt x="1" y="19717"/>
                    <a:pt x="11240" y="29385"/>
                  </a:cubicBez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24"/>
            <p:cNvSpPr/>
            <p:nvPr/>
          </p:nvSpPr>
          <p:spPr>
            <a:xfrm>
              <a:off x="3563302" y="3770956"/>
              <a:ext cx="129858" cy="178183"/>
            </a:xfrm>
            <a:custGeom>
              <a:rect b="b" l="l" r="r" t="t"/>
              <a:pathLst>
                <a:path extrusionOk="0" fill="none" h="5752" w="4192">
                  <a:moveTo>
                    <a:pt x="1" y="0"/>
                  </a:moveTo>
                  <a:lnTo>
                    <a:pt x="4192" y="5751"/>
                  </a:ln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24"/>
            <p:cNvSpPr/>
            <p:nvPr/>
          </p:nvSpPr>
          <p:spPr>
            <a:xfrm>
              <a:off x="3718221" y="3846944"/>
              <a:ext cx="118799" cy="232362"/>
            </a:xfrm>
            <a:custGeom>
              <a:rect b="b" l="l" r="r" t="t"/>
              <a:pathLst>
                <a:path extrusionOk="0" fill="none" h="7501" w="3835">
                  <a:moveTo>
                    <a:pt x="0" y="7501"/>
                  </a:moveTo>
                  <a:lnTo>
                    <a:pt x="3834" y="0"/>
                  </a:ln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24"/>
            <p:cNvSpPr/>
            <p:nvPr/>
          </p:nvSpPr>
          <p:spPr>
            <a:xfrm>
              <a:off x="3615685" y="4154519"/>
              <a:ext cx="174125" cy="119914"/>
            </a:xfrm>
            <a:custGeom>
              <a:rect b="b" l="l" r="r" t="t"/>
              <a:pathLst>
                <a:path extrusionOk="0" fill="none" h="3871" w="5621">
                  <a:moveTo>
                    <a:pt x="0" y="1"/>
                  </a:moveTo>
                  <a:lnTo>
                    <a:pt x="5620" y="3870"/>
                  </a:lnTo>
                </a:path>
              </a:pathLst>
            </a:custGeom>
            <a:noFill/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24"/>
            <p:cNvSpPr/>
            <p:nvPr/>
          </p:nvSpPr>
          <p:spPr>
            <a:xfrm>
              <a:off x="3620858" y="3862959"/>
              <a:ext cx="1947060" cy="1050013"/>
            </a:xfrm>
            <a:custGeom>
              <a:rect b="b" l="l" r="r" t="t"/>
              <a:pathLst>
                <a:path extrusionOk="0" h="33896" w="62854">
                  <a:moveTo>
                    <a:pt x="18242" y="1"/>
                  </a:moveTo>
                  <a:cubicBezTo>
                    <a:pt x="17215" y="1"/>
                    <a:pt x="13256" y="259"/>
                    <a:pt x="10990" y="4091"/>
                  </a:cubicBezTo>
                  <a:cubicBezTo>
                    <a:pt x="8370" y="8544"/>
                    <a:pt x="3322" y="19962"/>
                    <a:pt x="1655" y="25796"/>
                  </a:cubicBezTo>
                  <a:cubicBezTo>
                    <a:pt x="0" y="31630"/>
                    <a:pt x="4965" y="33547"/>
                    <a:pt x="12275" y="33547"/>
                  </a:cubicBezTo>
                  <a:cubicBezTo>
                    <a:pt x="17157" y="33547"/>
                    <a:pt x="32617" y="33896"/>
                    <a:pt x="43647" y="33896"/>
                  </a:cubicBezTo>
                  <a:cubicBezTo>
                    <a:pt x="49162" y="33896"/>
                    <a:pt x="53570" y="33809"/>
                    <a:pt x="54995" y="33547"/>
                  </a:cubicBezTo>
                  <a:cubicBezTo>
                    <a:pt x="59269" y="32761"/>
                    <a:pt x="62139" y="32939"/>
                    <a:pt x="62496" y="28665"/>
                  </a:cubicBezTo>
                  <a:cubicBezTo>
                    <a:pt x="62853" y="24415"/>
                    <a:pt x="54650" y="6531"/>
                    <a:pt x="53793" y="4436"/>
                  </a:cubicBezTo>
                  <a:cubicBezTo>
                    <a:pt x="52942" y="2413"/>
                    <a:pt x="49263" y="69"/>
                    <a:pt x="45164" y="69"/>
                  </a:cubicBezTo>
                  <a:cubicBezTo>
                    <a:pt x="45017" y="69"/>
                    <a:pt x="44869" y="72"/>
                    <a:pt x="44720" y="78"/>
                  </a:cubicBezTo>
                  <a:cubicBezTo>
                    <a:pt x="44720" y="78"/>
                    <a:pt x="40495" y="5319"/>
                    <a:pt x="33415" y="5319"/>
                  </a:cubicBezTo>
                  <a:cubicBezTo>
                    <a:pt x="33025" y="5319"/>
                    <a:pt x="32626" y="5303"/>
                    <a:pt x="32218" y="5269"/>
                  </a:cubicBezTo>
                  <a:cubicBezTo>
                    <a:pt x="24444" y="4626"/>
                    <a:pt x="18491" y="7"/>
                    <a:pt x="18491" y="7"/>
                  </a:cubicBezTo>
                  <a:cubicBezTo>
                    <a:pt x="18491" y="7"/>
                    <a:pt x="18402" y="1"/>
                    <a:pt x="18242" y="1"/>
                  </a:cubicBezTo>
                  <a:close/>
                </a:path>
              </a:pathLst>
            </a:custGeom>
            <a:solidFill>
              <a:srgbClr val="8058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24"/>
            <p:cNvSpPr/>
            <p:nvPr/>
          </p:nvSpPr>
          <p:spPr>
            <a:xfrm>
              <a:off x="4026199" y="4373251"/>
              <a:ext cx="1136379" cy="279882"/>
            </a:xfrm>
            <a:custGeom>
              <a:rect b="b" l="l" r="r" t="t"/>
              <a:pathLst>
                <a:path extrusionOk="0" h="9035" w="36684">
                  <a:moveTo>
                    <a:pt x="0" y="0"/>
                  </a:moveTo>
                  <a:lnTo>
                    <a:pt x="976" y="7108"/>
                  </a:lnTo>
                  <a:lnTo>
                    <a:pt x="3608" y="7823"/>
                  </a:lnTo>
                  <a:cubicBezTo>
                    <a:pt x="3608" y="7823"/>
                    <a:pt x="14348" y="9034"/>
                    <a:pt x="21478" y="9034"/>
                  </a:cubicBezTo>
                  <a:cubicBezTo>
                    <a:pt x="23316" y="9034"/>
                    <a:pt x="24914" y="8954"/>
                    <a:pt x="26027" y="8751"/>
                  </a:cubicBezTo>
                  <a:cubicBezTo>
                    <a:pt x="31444" y="7775"/>
                    <a:pt x="36278" y="6251"/>
                    <a:pt x="36278" y="6251"/>
                  </a:cubicBezTo>
                  <a:lnTo>
                    <a:pt x="36683" y="1357"/>
                  </a:lnTo>
                  <a:lnTo>
                    <a:pt x="36683" y="1357"/>
                  </a:lnTo>
                  <a:cubicBezTo>
                    <a:pt x="36683" y="1358"/>
                    <a:pt x="31563" y="8017"/>
                    <a:pt x="20765" y="8017"/>
                  </a:cubicBezTo>
                  <a:cubicBezTo>
                    <a:pt x="20167" y="8017"/>
                    <a:pt x="19552" y="7997"/>
                    <a:pt x="18919" y="7954"/>
                  </a:cubicBezTo>
                  <a:cubicBezTo>
                    <a:pt x="6823" y="7132"/>
                    <a:pt x="0" y="1"/>
                    <a:pt x="0" y="0"/>
                  </a:cubicBezTo>
                  <a:close/>
                </a:path>
              </a:pathLst>
            </a:custGeom>
            <a:solidFill>
              <a:srgbClr val="5F51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24"/>
            <p:cNvSpPr/>
            <p:nvPr/>
          </p:nvSpPr>
          <p:spPr>
            <a:xfrm>
              <a:off x="3779432" y="4555058"/>
              <a:ext cx="359649" cy="64588"/>
            </a:xfrm>
            <a:custGeom>
              <a:rect b="b" l="l" r="r" t="t"/>
              <a:pathLst>
                <a:path extrusionOk="0" h="2085" w="11610">
                  <a:moveTo>
                    <a:pt x="4621" y="0"/>
                  </a:moveTo>
                  <a:cubicBezTo>
                    <a:pt x="2066" y="0"/>
                    <a:pt x="174" y="1672"/>
                    <a:pt x="96" y="1739"/>
                  </a:cubicBezTo>
                  <a:cubicBezTo>
                    <a:pt x="13" y="1811"/>
                    <a:pt x="1" y="1930"/>
                    <a:pt x="72" y="2025"/>
                  </a:cubicBezTo>
                  <a:cubicBezTo>
                    <a:pt x="117" y="2064"/>
                    <a:pt x="173" y="2085"/>
                    <a:pt x="228" y="2085"/>
                  </a:cubicBezTo>
                  <a:cubicBezTo>
                    <a:pt x="274" y="2085"/>
                    <a:pt x="320" y="2070"/>
                    <a:pt x="358" y="2037"/>
                  </a:cubicBezTo>
                  <a:cubicBezTo>
                    <a:pt x="369" y="2015"/>
                    <a:pt x="2208" y="394"/>
                    <a:pt x="4613" y="394"/>
                  </a:cubicBezTo>
                  <a:cubicBezTo>
                    <a:pt x="4776" y="394"/>
                    <a:pt x="4941" y="402"/>
                    <a:pt x="5109" y="418"/>
                  </a:cubicBezTo>
                  <a:cubicBezTo>
                    <a:pt x="7787" y="668"/>
                    <a:pt x="11264" y="2049"/>
                    <a:pt x="11300" y="2073"/>
                  </a:cubicBezTo>
                  <a:cubicBezTo>
                    <a:pt x="11324" y="2085"/>
                    <a:pt x="11347" y="2085"/>
                    <a:pt x="11371" y="2085"/>
                  </a:cubicBezTo>
                  <a:cubicBezTo>
                    <a:pt x="11467" y="2085"/>
                    <a:pt x="11538" y="2025"/>
                    <a:pt x="11562" y="1977"/>
                  </a:cubicBezTo>
                  <a:cubicBezTo>
                    <a:pt x="11609" y="1870"/>
                    <a:pt x="11562" y="1751"/>
                    <a:pt x="11467" y="1715"/>
                  </a:cubicBezTo>
                  <a:cubicBezTo>
                    <a:pt x="11419" y="1692"/>
                    <a:pt x="7895" y="299"/>
                    <a:pt x="5156" y="25"/>
                  </a:cubicBezTo>
                  <a:cubicBezTo>
                    <a:pt x="4975" y="8"/>
                    <a:pt x="4796" y="0"/>
                    <a:pt x="462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24"/>
            <p:cNvSpPr/>
            <p:nvPr/>
          </p:nvSpPr>
          <p:spPr>
            <a:xfrm>
              <a:off x="3882339" y="4489975"/>
              <a:ext cx="99624" cy="83206"/>
            </a:xfrm>
            <a:custGeom>
              <a:rect b="b" l="l" r="r" t="t"/>
              <a:pathLst>
                <a:path extrusionOk="0" h="2686" w="3216">
                  <a:moveTo>
                    <a:pt x="240" y="1"/>
                  </a:moveTo>
                  <a:cubicBezTo>
                    <a:pt x="169" y="1"/>
                    <a:pt x="99" y="35"/>
                    <a:pt x="60" y="90"/>
                  </a:cubicBezTo>
                  <a:cubicBezTo>
                    <a:pt x="1" y="185"/>
                    <a:pt x="24" y="316"/>
                    <a:pt x="120" y="376"/>
                  </a:cubicBezTo>
                  <a:cubicBezTo>
                    <a:pt x="132" y="387"/>
                    <a:pt x="1679" y="1447"/>
                    <a:pt x="2870" y="2614"/>
                  </a:cubicBezTo>
                  <a:cubicBezTo>
                    <a:pt x="2906" y="2662"/>
                    <a:pt x="2965" y="2685"/>
                    <a:pt x="3001" y="2685"/>
                  </a:cubicBezTo>
                  <a:cubicBezTo>
                    <a:pt x="3061" y="2685"/>
                    <a:pt x="3108" y="2662"/>
                    <a:pt x="3144" y="2602"/>
                  </a:cubicBezTo>
                  <a:cubicBezTo>
                    <a:pt x="3215" y="2531"/>
                    <a:pt x="3215" y="2400"/>
                    <a:pt x="3144" y="2316"/>
                  </a:cubicBezTo>
                  <a:cubicBezTo>
                    <a:pt x="1929" y="1114"/>
                    <a:pt x="358" y="42"/>
                    <a:pt x="346" y="30"/>
                  </a:cubicBezTo>
                  <a:cubicBezTo>
                    <a:pt x="313" y="10"/>
                    <a:pt x="277" y="1"/>
                    <a:pt x="24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24"/>
            <p:cNvSpPr/>
            <p:nvPr/>
          </p:nvSpPr>
          <p:spPr>
            <a:xfrm>
              <a:off x="4016968" y="4346642"/>
              <a:ext cx="45754" cy="246829"/>
            </a:xfrm>
            <a:custGeom>
              <a:rect b="b" l="l" r="r" t="t"/>
              <a:pathLst>
                <a:path extrusionOk="0" h="7968" w="1477">
                  <a:moveTo>
                    <a:pt x="202" y="1"/>
                  </a:moveTo>
                  <a:cubicBezTo>
                    <a:pt x="195" y="1"/>
                    <a:pt x="187" y="1"/>
                    <a:pt x="179" y="2"/>
                  </a:cubicBezTo>
                  <a:cubicBezTo>
                    <a:pt x="72" y="14"/>
                    <a:pt x="0" y="121"/>
                    <a:pt x="12" y="228"/>
                  </a:cubicBezTo>
                  <a:lnTo>
                    <a:pt x="1072" y="7789"/>
                  </a:lnTo>
                  <a:cubicBezTo>
                    <a:pt x="1084" y="7884"/>
                    <a:pt x="1155" y="7967"/>
                    <a:pt x="1262" y="7967"/>
                  </a:cubicBezTo>
                  <a:cubicBezTo>
                    <a:pt x="1262" y="7967"/>
                    <a:pt x="1274" y="7967"/>
                    <a:pt x="1298" y="7943"/>
                  </a:cubicBezTo>
                  <a:cubicBezTo>
                    <a:pt x="1393" y="7931"/>
                    <a:pt x="1477" y="7824"/>
                    <a:pt x="1453" y="7729"/>
                  </a:cubicBezTo>
                  <a:lnTo>
                    <a:pt x="405" y="169"/>
                  </a:lnTo>
                  <a:cubicBezTo>
                    <a:pt x="383" y="69"/>
                    <a:pt x="300" y="1"/>
                    <a:pt x="20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24"/>
            <p:cNvSpPr/>
            <p:nvPr/>
          </p:nvSpPr>
          <p:spPr>
            <a:xfrm>
              <a:off x="5086559" y="4542234"/>
              <a:ext cx="291777" cy="51237"/>
            </a:xfrm>
            <a:custGeom>
              <a:rect b="b" l="l" r="r" t="t"/>
              <a:pathLst>
                <a:path extrusionOk="0" h="1654" w="9419">
                  <a:moveTo>
                    <a:pt x="5405" y="0"/>
                  </a:moveTo>
                  <a:cubicBezTo>
                    <a:pt x="2775" y="0"/>
                    <a:pt x="288" y="1182"/>
                    <a:pt x="132" y="1260"/>
                  </a:cubicBezTo>
                  <a:cubicBezTo>
                    <a:pt x="48" y="1308"/>
                    <a:pt x="1" y="1427"/>
                    <a:pt x="48" y="1534"/>
                  </a:cubicBezTo>
                  <a:cubicBezTo>
                    <a:pt x="72" y="1606"/>
                    <a:pt x="143" y="1653"/>
                    <a:pt x="227" y="1653"/>
                  </a:cubicBezTo>
                  <a:cubicBezTo>
                    <a:pt x="251" y="1653"/>
                    <a:pt x="286" y="1629"/>
                    <a:pt x="310" y="1629"/>
                  </a:cubicBezTo>
                  <a:cubicBezTo>
                    <a:pt x="350" y="1614"/>
                    <a:pt x="2849" y="421"/>
                    <a:pt x="5434" y="421"/>
                  </a:cubicBezTo>
                  <a:cubicBezTo>
                    <a:pt x="6724" y="421"/>
                    <a:pt x="8035" y="718"/>
                    <a:pt x="9073" y="1606"/>
                  </a:cubicBezTo>
                  <a:cubicBezTo>
                    <a:pt x="9115" y="1632"/>
                    <a:pt x="9162" y="1647"/>
                    <a:pt x="9207" y="1647"/>
                  </a:cubicBezTo>
                  <a:cubicBezTo>
                    <a:pt x="9264" y="1647"/>
                    <a:pt x="9319" y="1623"/>
                    <a:pt x="9359" y="1570"/>
                  </a:cubicBezTo>
                  <a:cubicBezTo>
                    <a:pt x="9418" y="1487"/>
                    <a:pt x="9418" y="1367"/>
                    <a:pt x="9335" y="1296"/>
                  </a:cubicBezTo>
                  <a:cubicBezTo>
                    <a:pt x="8195" y="323"/>
                    <a:pt x="6780" y="0"/>
                    <a:pt x="540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24"/>
            <p:cNvSpPr/>
            <p:nvPr/>
          </p:nvSpPr>
          <p:spPr>
            <a:xfrm>
              <a:off x="5143743" y="4372880"/>
              <a:ext cx="22149" cy="194012"/>
            </a:xfrm>
            <a:custGeom>
              <a:rect b="b" l="l" r="r" t="t"/>
              <a:pathLst>
                <a:path extrusionOk="0" h="6263" w="715">
                  <a:moveTo>
                    <a:pt x="500" y="0"/>
                  </a:moveTo>
                  <a:cubicBezTo>
                    <a:pt x="405" y="0"/>
                    <a:pt x="310" y="96"/>
                    <a:pt x="310" y="191"/>
                  </a:cubicBezTo>
                  <a:lnTo>
                    <a:pt x="12" y="6061"/>
                  </a:lnTo>
                  <a:cubicBezTo>
                    <a:pt x="0" y="6168"/>
                    <a:pt x="83" y="6263"/>
                    <a:pt x="202" y="6263"/>
                  </a:cubicBezTo>
                  <a:cubicBezTo>
                    <a:pt x="310" y="6263"/>
                    <a:pt x="405" y="6180"/>
                    <a:pt x="417" y="6072"/>
                  </a:cubicBezTo>
                  <a:lnTo>
                    <a:pt x="714" y="215"/>
                  </a:lnTo>
                  <a:cubicBezTo>
                    <a:pt x="714" y="107"/>
                    <a:pt x="619" y="0"/>
                    <a:pt x="52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24"/>
            <p:cNvSpPr/>
            <p:nvPr/>
          </p:nvSpPr>
          <p:spPr>
            <a:xfrm>
              <a:off x="5186895" y="4451810"/>
              <a:ext cx="132801" cy="103279"/>
            </a:xfrm>
            <a:custGeom>
              <a:rect b="b" l="l" r="r" t="t"/>
              <a:pathLst>
                <a:path extrusionOk="0" h="3334" w="4287">
                  <a:moveTo>
                    <a:pt x="4077" y="1"/>
                  </a:moveTo>
                  <a:cubicBezTo>
                    <a:pt x="4055" y="1"/>
                    <a:pt x="4033" y="4"/>
                    <a:pt x="4012" y="12"/>
                  </a:cubicBezTo>
                  <a:cubicBezTo>
                    <a:pt x="2012" y="679"/>
                    <a:pt x="143" y="2917"/>
                    <a:pt x="60" y="3001"/>
                  </a:cubicBezTo>
                  <a:cubicBezTo>
                    <a:pt x="0" y="3096"/>
                    <a:pt x="0" y="3215"/>
                    <a:pt x="95" y="3286"/>
                  </a:cubicBezTo>
                  <a:cubicBezTo>
                    <a:pt x="143" y="3322"/>
                    <a:pt x="179" y="3334"/>
                    <a:pt x="226" y="3334"/>
                  </a:cubicBezTo>
                  <a:cubicBezTo>
                    <a:pt x="286" y="3334"/>
                    <a:pt x="333" y="3298"/>
                    <a:pt x="357" y="3251"/>
                  </a:cubicBezTo>
                  <a:cubicBezTo>
                    <a:pt x="381" y="3239"/>
                    <a:pt x="2238" y="1024"/>
                    <a:pt x="4132" y="393"/>
                  </a:cubicBezTo>
                  <a:cubicBezTo>
                    <a:pt x="4251" y="369"/>
                    <a:pt x="4286" y="250"/>
                    <a:pt x="4262" y="143"/>
                  </a:cubicBezTo>
                  <a:cubicBezTo>
                    <a:pt x="4235" y="50"/>
                    <a:pt x="4156" y="1"/>
                    <a:pt x="407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24"/>
            <p:cNvSpPr/>
            <p:nvPr/>
          </p:nvSpPr>
          <p:spPr>
            <a:xfrm>
              <a:off x="4493123" y="3457464"/>
              <a:ext cx="287719" cy="137881"/>
            </a:xfrm>
            <a:custGeom>
              <a:rect b="b" l="l" r="r" t="t"/>
              <a:pathLst>
                <a:path extrusionOk="0" h="4451" w="9288">
                  <a:moveTo>
                    <a:pt x="9287" y="0"/>
                  </a:moveTo>
                  <a:lnTo>
                    <a:pt x="9287" y="0"/>
                  </a:lnTo>
                  <a:cubicBezTo>
                    <a:pt x="7789" y="1620"/>
                    <a:pt x="5774" y="3374"/>
                    <a:pt x="4042" y="3374"/>
                  </a:cubicBezTo>
                  <a:cubicBezTo>
                    <a:pt x="3916" y="3374"/>
                    <a:pt x="3791" y="3365"/>
                    <a:pt x="3668" y="3346"/>
                  </a:cubicBezTo>
                  <a:cubicBezTo>
                    <a:pt x="2394" y="3131"/>
                    <a:pt x="1131" y="2512"/>
                    <a:pt x="0" y="1679"/>
                  </a:cubicBezTo>
                  <a:lnTo>
                    <a:pt x="0" y="1679"/>
                  </a:lnTo>
                  <a:cubicBezTo>
                    <a:pt x="1" y="1679"/>
                    <a:pt x="3310" y="4451"/>
                    <a:pt x="6910" y="4451"/>
                  </a:cubicBezTo>
                  <a:cubicBezTo>
                    <a:pt x="7564" y="4451"/>
                    <a:pt x="8228" y="4359"/>
                    <a:pt x="8882" y="4143"/>
                  </a:cubicBezTo>
                  <a:cubicBezTo>
                    <a:pt x="8990" y="2596"/>
                    <a:pt x="9156" y="1084"/>
                    <a:pt x="928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24"/>
            <p:cNvSpPr/>
            <p:nvPr/>
          </p:nvSpPr>
          <p:spPr>
            <a:xfrm>
              <a:off x="4363668" y="3255335"/>
              <a:ext cx="92963" cy="60871"/>
            </a:xfrm>
            <a:custGeom>
              <a:rect b="b" l="l" r="r" t="t"/>
              <a:pathLst>
                <a:path extrusionOk="0" h="1965" w="3001">
                  <a:moveTo>
                    <a:pt x="1500" y="0"/>
                  </a:moveTo>
                  <a:cubicBezTo>
                    <a:pt x="667" y="0"/>
                    <a:pt x="0" y="441"/>
                    <a:pt x="0" y="977"/>
                  </a:cubicBezTo>
                  <a:cubicBezTo>
                    <a:pt x="0" y="1524"/>
                    <a:pt x="667" y="1965"/>
                    <a:pt x="1500" y="1965"/>
                  </a:cubicBezTo>
                  <a:cubicBezTo>
                    <a:pt x="2334" y="1965"/>
                    <a:pt x="3001" y="1524"/>
                    <a:pt x="3001" y="977"/>
                  </a:cubicBezTo>
                  <a:cubicBezTo>
                    <a:pt x="3001" y="441"/>
                    <a:pt x="2334" y="0"/>
                    <a:pt x="1500" y="0"/>
                  </a:cubicBezTo>
                  <a:close/>
                </a:path>
              </a:pathLst>
            </a:custGeom>
            <a:solidFill>
              <a:srgbClr val="DF7E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24"/>
            <p:cNvSpPr/>
            <p:nvPr/>
          </p:nvSpPr>
          <p:spPr>
            <a:xfrm>
              <a:off x="3620858" y="4566520"/>
              <a:ext cx="1937828" cy="347010"/>
            </a:xfrm>
            <a:custGeom>
              <a:rect b="b" l="l" r="r" t="t"/>
              <a:pathLst>
                <a:path extrusionOk="0" h="11202" w="62556">
                  <a:moveTo>
                    <a:pt x="2655" y="0"/>
                  </a:moveTo>
                  <a:cubicBezTo>
                    <a:pt x="2250" y="1131"/>
                    <a:pt x="1905" y="2179"/>
                    <a:pt x="1655" y="3096"/>
                  </a:cubicBezTo>
                  <a:cubicBezTo>
                    <a:pt x="0" y="8930"/>
                    <a:pt x="4965" y="10847"/>
                    <a:pt x="12275" y="10847"/>
                  </a:cubicBezTo>
                  <a:cubicBezTo>
                    <a:pt x="17157" y="10847"/>
                    <a:pt x="32617" y="11201"/>
                    <a:pt x="43647" y="11201"/>
                  </a:cubicBezTo>
                  <a:cubicBezTo>
                    <a:pt x="49162" y="11201"/>
                    <a:pt x="53570" y="11113"/>
                    <a:pt x="54995" y="10847"/>
                  </a:cubicBezTo>
                  <a:cubicBezTo>
                    <a:pt x="59269" y="10061"/>
                    <a:pt x="62139" y="10239"/>
                    <a:pt x="62496" y="5965"/>
                  </a:cubicBezTo>
                  <a:cubicBezTo>
                    <a:pt x="62556" y="5179"/>
                    <a:pt x="62329" y="3929"/>
                    <a:pt x="61913" y="2417"/>
                  </a:cubicBezTo>
                  <a:cubicBezTo>
                    <a:pt x="61091" y="4513"/>
                    <a:pt x="59448" y="7382"/>
                    <a:pt x="56317" y="8227"/>
                  </a:cubicBezTo>
                  <a:cubicBezTo>
                    <a:pt x="53729" y="8939"/>
                    <a:pt x="42122" y="9400"/>
                    <a:pt x="30686" y="9400"/>
                  </a:cubicBezTo>
                  <a:cubicBezTo>
                    <a:pt x="19551" y="9400"/>
                    <a:pt x="8577" y="8963"/>
                    <a:pt x="6251" y="7894"/>
                  </a:cubicBezTo>
                  <a:cubicBezTo>
                    <a:pt x="3846" y="6775"/>
                    <a:pt x="2953" y="3215"/>
                    <a:pt x="2655" y="0"/>
                  </a:cubicBezTo>
                  <a:close/>
                </a:path>
              </a:pathLst>
            </a:custGeom>
            <a:solidFill>
              <a:srgbClr val="424B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24"/>
            <p:cNvSpPr/>
            <p:nvPr/>
          </p:nvSpPr>
          <p:spPr>
            <a:xfrm>
              <a:off x="4734345" y="3255335"/>
              <a:ext cx="92963" cy="60871"/>
            </a:xfrm>
            <a:custGeom>
              <a:rect b="b" l="l" r="r" t="t"/>
              <a:pathLst>
                <a:path extrusionOk="0" h="1965" w="3001">
                  <a:moveTo>
                    <a:pt x="1500" y="0"/>
                  </a:moveTo>
                  <a:cubicBezTo>
                    <a:pt x="667" y="0"/>
                    <a:pt x="0" y="441"/>
                    <a:pt x="0" y="977"/>
                  </a:cubicBezTo>
                  <a:cubicBezTo>
                    <a:pt x="0" y="1524"/>
                    <a:pt x="667" y="1965"/>
                    <a:pt x="1500" y="1965"/>
                  </a:cubicBezTo>
                  <a:cubicBezTo>
                    <a:pt x="2334" y="1965"/>
                    <a:pt x="3000" y="1524"/>
                    <a:pt x="3000" y="977"/>
                  </a:cubicBezTo>
                  <a:cubicBezTo>
                    <a:pt x="3000" y="441"/>
                    <a:pt x="2334" y="0"/>
                    <a:pt x="1500" y="0"/>
                  </a:cubicBezTo>
                  <a:close/>
                </a:path>
              </a:pathLst>
            </a:custGeom>
            <a:solidFill>
              <a:srgbClr val="DF7E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24"/>
            <p:cNvSpPr/>
            <p:nvPr/>
          </p:nvSpPr>
          <p:spPr>
            <a:xfrm>
              <a:off x="4093327" y="4335614"/>
              <a:ext cx="1037158" cy="618187"/>
            </a:xfrm>
            <a:custGeom>
              <a:rect b="b" l="l" r="r" t="t"/>
              <a:pathLst>
                <a:path extrusionOk="0" h="19956" w="33481">
                  <a:moveTo>
                    <a:pt x="0" y="1"/>
                  </a:moveTo>
                  <a:lnTo>
                    <a:pt x="2750" y="19956"/>
                  </a:lnTo>
                  <a:lnTo>
                    <a:pt x="30563" y="19956"/>
                  </a:lnTo>
                  <a:lnTo>
                    <a:pt x="33480" y="1"/>
                  </a:lnTo>
                  <a:close/>
                </a:path>
              </a:pathLst>
            </a:custGeom>
            <a:solidFill>
              <a:srgbClr val="EAEC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24"/>
            <p:cNvSpPr/>
            <p:nvPr/>
          </p:nvSpPr>
          <p:spPr>
            <a:xfrm>
              <a:off x="4093327" y="4302437"/>
              <a:ext cx="1037158" cy="33208"/>
            </a:xfrm>
            <a:custGeom>
              <a:rect b="b" l="l" r="r" t="t"/>
              <a:pathLst>
                <a:path extrusionOk="0" h="1072" w="33481">
                  <a:moveTo>
                    <a:pt x="619" y="0"/>
                  </a:moveTo>
                  <a:lnTo>
                    <a:pt x="0" y="1072"/>
                  </a:lnTo>
                  <a:lnTo>
                    <a:pt x="33480" y="1072"/>
                  </a:lnTo>
                  <a:lnTo>
                    <a:pt x="330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24"/>
            <p:cNvSpPr/>
            <p:nvPr/>
          </p:nvSpPr>
          <p:spPr>
            <a:xfrm>
              <a:off x="4507496" y="4570578"/>
              <a:ext cx="184440" cy="184440"/>
            </a:xfrm>
            <a:custGeom>
              <a:rect b="b" l="l" r="r" t="t"/>
              <a:pathLst>
                <a:path extrusionOk="0" h="5954" w="5954">
                  <a:moveTo>
                    <a:pt x="2977" y="0"/>
                  </a:moveTo>
                  <a:cubicBezTo>
                    <a:pt x="1334" y="0"/>
                    <a:pt x="1" y="1334"/>
                    <a:pt x="1" y="2977"/>
                  </a:cubicBezTo>
                  <a:cubicBezTo>
                    <a:pt x="1" y="4620"/>
                    <a:pt x="1334" y="5953"/>
                    <a:pt x="2977" y="5953"/>
                  </a:cubicBezTo>
                  <a:cubicBezTo>
                    <a:pt x="4620" y="5953"/>
                    <a:pt x="5954" y="4620"/>
                    <a:pt x="5954" y="2977"/>
                  </a:cubicBezTo>
                  <a:cubicBezTo>
                    <a:pt x="5954" y="1334"/>
                    <a:pt x="4620" y="0"/>
                    <a:pt x="297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7" name="Google Shape;347;p24"/>
          <p:cNvGrpSpPr/>
          <p:nvPr/>
        </p:nvGrpSpPr>
        <p:grpSpPr>
          <a:xfrm>
            <a:off x="322175" y="1780750"/>
            <a:ext cx="1313400" cy="836850"/>
            <a:chOff x="944550" y="1880125"/>
            <a:chExt cx="1313400" cy="836850"/>
          </a:xfrm>
        </p:grpSpPr>
        <p:sp>
          <p:nvSpPr>
            <p:cNvPr id="348" name="Google Shape;348;p24"/>
            <p:cNvSpPr txBox="1"/>
            <p:nvPr/>
          </p:nvSpPr>
          <p:spPr>
            <a:xfrm>
              <a:off x="1006350" y="1880125"/>
              <a:ext cx="1189800" cy="18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es-419" sz="1200">
                  <a:latin typeface="Fira Sans"/>
                  <a:ea typeface="Fira Sans"/>
                  <a:cs typeface="Fira Sans"/>
                  <a:sym typeface="Fira Sans"/>
                </a:rPr>
                <a:t>Clasificador</a:t>
              </a:r>
              <a:endParaRPr b="1" i="0" sz="12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49" name="Google Shape;349;p24"/>
            <p:cNvSpPr txBox="1"/>
            <p:nvPr/>
          </p:nvSpPr>
          <p:spPr>
            <a:xfrm>
              <a:off x="944550" y="2311075"/>
              <a:ext cx="1313400" cy="40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419" sz="1200">
                  <a:latin typeface="Fira Sans"/>
                  <a:ea typeface="Fira Sans"/>
                  <a:cs typeface="Fira Sans"/>
                  <a:sym typeface="Fira Sans"/>
                </a:rPr>
                <a:t>Modelo que etiqueta una entrada </a:t>
              </a:r>
              <a:r>
                <a:rPr lang="es-419" sz="1200">
                  <a:latin typeface="Fira Sans"/>
                  <a:ea typeface="Fira Sans"/>
                  <a:cs typeface="Fira Sans"/>
                  <a:sym typeface="Fira Sans"/>
                </a:rPr>
                <a:t>según</a:t>
              </a:r>
              <a:r>
                <a:rPr lang="es-419" sz="1200">
                  <a:latin typeface="Fira Sans"/>
                  <a:ea typeface="Fira Sans"/>
                  <a:cs typeface="Fira Sans"/>
                  <a:sym typeface="Fira Sans"/>
                </a:rPr>
                <a:t> sus </a:t>
              </a:r>
              <a:r>
                <a:rPr lang="es-419" sz="1200">
                  <a:latin typeface="Fira Sans"/>
                  <a:ea typeface="Fira Sans"/>
                  <a:cs typeface="Fira Sans"/>
                  <a:sym typeface="Fira Sans"/>
                </a:rPr>
                <a:t>características</a:t>
              </a:r>
              <a:endParaRPr b="0" i="0" sz="12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350" name="Google Shape;350;p24"/>
          <p:cNvGrpSpPr/>
          <p:nvPr/>
        </p:nvGrpSpPr>
        <p:grpSpPr>
          <a:xfrm>
            <a:off x="7460500" y="1780750"/>
            <a:ext cx="1193525" cy="790995"/>
            <a:chOff x="7009575" y="1802925"/>
            <a:chExt cx="1193525" cy="790995"/>
          </a:xfrm>
        </p:grpSpPr>
        <p:sp>
          <p:nvSpPr>
            <p:cNvPr id="351" name="Google Shape;351;p24"/>
            <p:cNvSpPr txBox="1"/>
            <p:nvPr/>
          </p:nvSpPr>
          <p:spPr>
            <a:xfrm>
              <a:off x="7009575" y="1802925"/>
              <a:ext cx="1189800" cy="18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es-419" sz="1200">
                  <a:latin typeface="Fira Sans"/>
                  <a:ea typeface="Fira Sans"/>
                  <a:cs typeface="Fira Sans"/>
                  <a:sym typeface="Fira Sans"/>
                </a:rPr>
                <a:t>Redes </a:t>
              </a:r>
              <a:r>
                <a:rPr b="1" lang="es-419" sz="1200">
                  <a:latin typeface="Fira Sans"/>
                  <a:ea typeface="Fira Sans"/>
                  <a:cs typeface="Fira Sans"/>
                  <a:sym typeface="Fira Sans"/>
                </a:rPr>
                <a:t>Convolucionales</a:t>
              </a:r>
              <a:endParaRPr b="1" i="0" sz="12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52" name="Google Shape;352;p24"/>
            <p:cNvSpPr txBox="1"/>
            <p:nvPr/>
          </p:nvSpPr>
          <p:spPr>
            <a:xfrm>
              <a:off x="7013300" y="2188020"/>
              <a:ext cx="1189800" cy="40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419" sz="1200">
                  <a:latin typeface="Fira Sans"/>
                  <a:ea typeface="Fira Sans"/>
                  <a:cs typeface="Fira Sans"/>
                  <a:sym typeface="Fira Sans"/>
                </a:rPr>
                <a:t>Diseñadas</a:t>
              </a:r>
              <a:r>
                <a:rPr lang="es-419" sz="1200">
                  <a:latin typeface="Fira Sans"/>
                  <a:ea typeface="Fira Sans"/>
                  <a:cs typeface="Fira Sans"/>
                  <a:sym typeface="Fira Sans"/>
                </a:rPr>
                <a:t> para procesar </a:t>
              </a:r>
              <a:r>
                <a:rPr lang="es-419" sz="1200">
                  <a:latin typeface="Fira Sans"/>
                  <a:ea typeface="Fira Sans"/>
                  <a:cs typeface="Fira Sans"/>
                  <a:sym typeface="Fira Sans"/>
                </a:rPr>
                <a:t>imágenes</a:t>
              </a:r>
              <a:endParaRPr b="0" i="0" sz="12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353" name="Google Shape;353;p24"/>
          <p:cNvGrpSpPr/>
          <p:nvPr/>
        </p:nvGrpSpPr>
        <p:grpSpPr>
          <a:xfrm>
            <a:off x="91250" y="3698400"/>
            <a:ext cx="1575000" cy="964350"/>
            <a:chOff x="621775" y="3704501"/>
            <a:chExt cx="1575000" cy="964350"/>
          </a:xfrm>
        </p:grpSpPr>
        <p:sp>
          <p:nvSpPr>
            <p:cNvPr id="354" name="Google Shape;354;p24"/>
            <p:cNvSpPr txBox="1"/>
            <p:nvPr/>
          </p:nvSpPr>
          <p:spPr>
            <a:xfrm>
              <a:off x="646375" y="3704501"/>
              <a:ext cx="1550400" cy="18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es-419" sz="1200">
                  <a:latin typeface="Fira Sans"/>
                  <a:ea typeface="Fira Sans"/>
                  <a:cs typeface="Fira Sans"/>
                  <a:sym typeface="Fira Sans"/>
                </a:rPr>
                <a:t>Función</a:t>
              </a:r>
              <a:r>
                <a:rPr b="1" lang="es-419" sz="1200">
                  <a:latin typeface="Fira Sans"/>
                  <a:ea typeface="Fira Sans"/>
                  <a:cs typeface="Fira Sans"/>
                  <a:sym typeface="Fira Sans"/>
                </a:rPr>
                <a:t> de </a:t>
              </a:r>
              <a:r>
                <a:rPr b="1" lang="es-419" sz="1200">
                  <a:latin typeface="Fira Sans"/>
                  <a:ea typeface="Fira Sans"/>
                  <a:cs typeface="Fira Sans"/>
                  <a:sym typeface="Fira Sans"/>
                </a:rPr>
                <a:t>activación</a:t>
              </a:r>
              <a:r>
                <a:rPr b="1" lang="es-419" sz="1200">
                  <a:latin typeface="Fira Sans"/>
                  <a:ea typeface="Fira Sans"/>
                  <a:cs typeface="Fira Sans"/>
                  <a:sym typeface="Fira Sans"/>
                </a:rPr>
                <a:t> </a:t>
              </a:r>
              <a:endParaRPr b="1" i="0" sz="12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55" name="Google Shape;355;p24"/>
            <p:cNvSpPr txBox="1"/>
            <p:nvPr/>
          </p:nvSpPr>
          <p:spPr>
            <a:xfrm>
              <a:off x="621775" y="3980951"/>
              <a:ext cx="1485600" cy="68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419" sz="1200">
                  <a:latin typeface="Fira Sans"/>
                  <a:ea typeface="Fira Sans"/>
                  <a:cs typeface="Fira Sans"/>
                  <a:sym typeface="Fira Sans"/>
                </a:rPr>
                <a:t>Operación que permite a las redes aprender relaciones complejas</a:t>
              </a:r>
              <a:endParaRPr b="0" i="0" sz="12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356" name="Google Shape;356;p24"/>
          <p:cNvGrpSpPr/>
          <p:nvPr/>
        </p:nvGrpSpPr>
        <p:grpSpPr>
          <a:xfrm>
            <a:off x="7399350" y="3667800"/>
            <a:ext cx="1189800" cy="687833"/>
            <a:chOff x="7399350" y="3673901"/>
            <a:chExt cx="1189800" cy="687833"/>
          </a:xfrm>
        </p:grpSpPr>
        <p:sp>
          <p:nvSpPr>
            <p:cNvPr id="357" name="Google Shape;357;p24"/>
            <p:cNvSpPr txBox="1"/>
            <p:nvPr/>
          </p:nvSpPr>
          <p:spPr>
            <a:xfrm>
              <a:off x="7399350" y="3673901"/>
              <a:ext cx="1189800" cy="18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es-419" sz="1200">
                  <a:latin typeface="Fira Sans"/>
                  <a:ea typeface="Fira Sans"/>
                  <a:cs typeface="Fira Sans"/>
                  <a:sym typeface="Fira Sans"/>
                </a:rPr>
                <a:t>Atención</a:t>
              </a:r>
              <a:r>
                <a:rPr b="1" lang="es-419" sz="1200">
                  <a:latin typeface="Fira Sans"/>
                  <a:ea typeface="Fira Sans"/>
                  <a:cs typeface="Fira Sans"/>
                  <a:sym typeface="Fira Sans"/>
                </a:rPr>
                <a:t> </a:t>
              </a:r>
              <a:endParaRPr b="1" i="0" sz="12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58" name="Google Shape;358;p24"/>
            <p:cNvSpPr txBox="1"/>
            <p:nvPr/>
          </p:nvSpPr>
          <p:spPr>
            <a:xfrm>
              <a:off x="7399350" y="3955834"/>
              <a:ext cx="1189800" cy="40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s-419" sz="1200">
                  <a:latin typeface="Fira Sans"/>
                  <a:ea typeface="Fira Sans"/>
                  <a:cs typeface="Fira Sans"/>
                  <a:sym typeface="Fira Sans"/>
                </a:rPr>
                <a:t>Enfoque de partes de las </a:t>
              </a:r>
              <a:r>
                <a:rPr lang="es-419" sz="1200">
                  <a:latin typeface="Fira Sans"/>
                  <a:ea typeface="Fira Sans"/>
                  <a:cs typeface="Fira Sans"/>
                  <a:sym typeface="Fira Sans"/>
                </a:rPr>
                <a:t>imágenes</a:t>
              </a:r>
              <a:r>
                <a:rPr lang="es-419" sz="1200">
                  <a:latin typeface="Fira Sans"/>
                  <a:ea typeface="Fira Sans"/>
                  <a:cs typeface="Fira Sans"/>
                  <a:sym typeface="Fira Sans"/>
                </a:rPr>
                <a:t> </a:t>
              </a:r>
              <a:endParaRPr b="0" i="0" sz="12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pic>
        <p:nvPicPr>
          <p:cNvPr id="359" name="Google Shape;359;p24" title="62018751-fe80ca80-b189-11e9-8a74-ab9466f345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9725" y="4180525"/>
            <a:ext cx="1711925" cy="917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24" title="relu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9024" y="3838450"/>
            <a:ext cx="1485525" cy="119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24" title="0_n7gXk71gY-VAR_RC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91643" y="964125"/>
            <a:ext cx="1995183" cy="83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24" title="Figura-53-Comparacin-entre-un-clasificador-lineal-A-y-uno-no-lineal-B-La-lnea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10825" y="938722"/>
            <a:ext cx="1995175" cy="889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5"/>
          <p:cNvSpPr txBox="1"/>
          <p:nvPr>
            <p:ph type="title"/>
          </p:nvPr>
        </p:nvSpPr>
        <p:spPr>
          <a:xfrm>
            <a:off x="307675" y="111122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latin typeface="Roboto Light"/>
                <a:ea typeface="Roboto Light"/>
                <a:cs typeface="Roboto Light"/>
                <a:sym typeface="Roboto Light"/>
              </a:rPr>
              <a:t>2.4 Datasets</a:t>
            </a:r>
            <a:endParaRPr sz="172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368" name="Google Shape;368;p25" title="png-transparent-underbrush-web-page-grass-subtilis.png"/>
          <p:cNvPicPr preferRelativeResize="0"/>
          <p:nvPr/>
        </p:nvPicPr>
        <p:blipFill rotWithShape="1">
          <a:blip r:embed="rId3">
            <a:alphaModFix/>
          </a:blip>
          <a:srcRect b="0" l="28239" r="32004" t="0"/>
          <a:stretch/>
        </p:blipFill>
        <p:spPr>
          <a:xfrm>
            <a:off x="882150" y="890575"/>
            <a:ext cx="1054279" cy="1415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25" title="Malezas-scaled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200" y="2423577"/>
            <a:ext cx="1928166" cy="128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6"/>
          <p:cNvSpPr txBox="1"/>
          <p:nvPr>
            <p:ph type="title"/>
          </p:nvPr>
        </p:nvSpPr>
        <p:spPr>
          <a:xfrm>
            <a:off x="307675" y="111122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latin typeface="Roboto Light"/>
                <a:ea typeface="Roboto Light"/>
                <a:cs typeface="Roboto Light"/>
                <a:sym typeface="Roboto Light"/>
              </a:rPr>
              <a:t>2.4 Datasets</a:t>
            </a:r>
            <a:endParaRPr sz="172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375" name="Google Shape;375;p26" title="png-transparent-underbrush-web-page-grass-subtilis.png"/>
          <p:cNvPicPr preferRelativeResize="0"/>
          <p:nvPr/>
        </p:nvPicPr>
        <p:blipFill rotWithShape="1">
          <a:blip r:embed="rId3">
            <a:alphaModFix/>
          </a:blip>
          <a:srcRect b="0" l="28239" r="32004" t="0"/>
          <a:stretch/>
        </p:blipFill>
        <p:spPr>
          <a:xfrm>
            <a:off x="882150" y="890575"/>
            <a:ext cx="1054279" cy="1415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26" title="Malezas-scaled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200" y="2423577"/>
            <a:ext cx="1928166" cy="128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26" title="pngtree-circle-prohibited-sign-with-red-gradation-color-vector-png-image_711187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9288" y="949925"/>
            <a:ext cx="1340000" cy="13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26" title="pngtree-circle-prohibited-sign-with-red-gradation-color-vector-png-image_711187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9275" y="2396300"/>
            <a:ext cx="1340000" cy="13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7"/>
          <p:cNvSpPr txBox="1"/>
          <p:nvPr>
            <p:ph type="title"/>
          </p:nvPr>
        </p:nvSpPr>
        <p:spPr>
          <a:xfrm>
            <a:off x="307675" y="111122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latin typeface="Roboto Light"/>
                <a:ea typeface="Roboto Light"/>
                <a:cs typeface="Roboto Light"/>
                <a:sym typeface="Roboto Light"/>
              </a:rPr>
              <a:t>2.4 Datasets</a:t>
            </a:r>
            <a:endParaRPr sz="172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384" name="Google Shape;38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2500" y="577325"/>
            <a:ext cx="2843025" cy="160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27" title="agri_0_618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9525" y="1971600"/>
            <a:ext cx="1750650" cy="175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7" title="png-transparent-underbrush-web-page-grass-subtilis.png"/>
          <p:cNvPicPr preferRelativeResize="0"/>
          <p:nvPr/>
        </p:nvPicPr>
        <p:blipFill rotWithShape="1">
          <a:blip r:embed="rId5">
            <a:alphaModFix/>
          </a:blip>
          <a:srcRect b="0" l="28239" r="32004" t="0"/>
          <a:stretch/>
        </p:blipFill>
        <p:spPr>
          <a:xfrm>
            <a:off x="882150" y="890575"/>
            <a:ext cx="1054279" cy="1415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7" title="Malezas-scaled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5200" y="2423577"/>
            <a:ext cx="1928166" cy="128545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27"/>
          <p:cNvSpPr/>
          <p:nvPr/>
        </p:nvSpPr>
        <p:spPr>
          <a:xfrm>
            <a:off x="2659675" y="1971600"/>
            <a:ext cx="1184700" cy="323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23046"/>
          </a:solidFill>
          <a:ln cap="flat" cmpd="sng" w="9525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89" name="Google Shape;389;p27" title="pngtree-circle-prohibited-sign-with-red-gradation-color-vector-png-image_7111879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9288" y="949925"/>
            <a:ext cx="1340000" cy="13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27" title="pngtree-circle-prohibited-sign-with-red-gradation-color-vector-png-image_7111879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9275" y="2396300"/>
            <a:ext cx="1340000" cy="13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27"/>
          <p:cNvSpPr/>
          <p:nvPr/>
        </p:nvSpPr>
        <p:spPr>
          <a:xfrm>
            <a:off x="6072375" y="2239300"/>
            <a:ext cx="2843100" cy="323100"/>
          </a:xfrm>
          <a:prstGeom prst="rect">
            <a:avLst/>
          </a:prstGeom>
          <a:solidFill>
            <a:srgbClr val="023046"/>
          </a:solidFill>
          <a:ln cap="flat" cmpd="sng" w="9525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0 0.478516 0.560547 0.847656 0.625000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&lt;class_id&gt; &lt;x_center&gt; &lt;y_center&gt; &lt;width&gt; &lt;height&gt;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8"/>
          <p:cNvSpPr txBox="1"/>
          <p:nvPr>
            <p:ph type="title"/>
          </p:nvPr>
        </p:nvSpPr>
        <p:spPr>
          <a:xfrm>
            <a:off x="307675" y="111122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latin typeface="Roboto Light"/>
                <a:ea typeface="Roboto Light"/>
                <a:cs typeface="Roboto Light"/>
                <a:sym typeface="Roboto Light"/>
              </a:rPr>
              <a:t>2.4 Datasets</a:t>
            </a:r>
            <a:endParaRPr sz="172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7" name="Google Shape;397;p28"/>
          <p:cNvSpPr/>
          <p:nvPr/>
        </p:nvSpPr>
        <p:spPr>
          <a:xfrm>
            <a:off x="360950" y="3920700"/>
            <a:ext cx="5074800" cy="542700"/>
          </a:xfrm>
          <a:prstGeom prst="rect">
            <a:avLst/>
          </a:prstGeom>
          <a:solidFill>
            <a:srgbClr val="5B0F00"/>
          </a:solidFill>
          <a:ln cap="flat" cmpd="sng" w="9525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Entrenamiento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8" name="Google Shape;398;p28"/>
          <p:cNvSpPr/>
          <p:nvPr/>
        </p:nvSpPr>
        <p:spPr>
          <a:xfrm>
            <a:off x="5542650" y="3920700"/>
            <a:ext cx="1842000" cy="542700"/>
          </a:xfrm>
          <a:prstGeom prst="rect">
            <a:avLst/>
          </a:prstGeom>
          <a:solidFill>
            <a:srgbClr val="BF9000"/>
          </a:solidFill>
          <a:ln cap="flat" cmpd="sng" w="9525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Validación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" name="Google Shape;399;p28"/>
          <p:cNvSpPr/>
          <p:nvPr/>
        </p:nvSpPr>
        <p:spPr>
          <a:xfrm>
            <a:off x="7491550" y="3920700"/>
            <a:ext cx="1291500" cy="542700"/>
          </a:xfrm>
          <a:prstGeom prst="rect">
            <a:avLst/>
          </a:prstGeom>
          <a:solidFill>
            <a:srgbClr val="274E13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Pruebas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28"/>
          <p:cNvSpPr/>
          <p:nvPr/>
        </p:nvSpPr>
        <p:spPr>
          <a:xfrm>
            <a:off x="360950" y="4606375"/>
            <a:ext cx="5074800" cy="323100"/>
          </a:xfrm>
          <a:prstGeom prst="rect">
            <a:avLst/>
          </a:prstGeom>
          <a:solidFill>
            <a:srgbClr val="5B0F00"/>
          </a:solidFill>
          <a:ln cap="flat" cmpd="sng" w="9525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76%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1" name="Google Shape;401;p28"/>
          <p:cNvSpPr/>
          <p:nvPr/>
        </p:nvSpPr>
        <p:spPr>
          <a:xfrm>
            <a:off x="5542650" y="4606375"/>
            <a:ext cx="1842000" cy="323100"/>
          </a:xfrm>
          <a:prstGeom prst="rect">
            <a:avLst/>
          </a:prstGeom>
          <a:solidFill>
            <a:srgbClr val="BF9000"/>
          </a:solidFill>
          <a:ln cap="flat" cmpd="sng" w="9525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13%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Google Shape;402;p28"/>
          <p:cNvSpPr/>
          <p:nvPr/>
        </p:nvSpPr>
        <p:spPr>
          <a:xfrm>
            <a:off x="7491550" y="4606375"/>
            <a:ext cx="1291500" cy="323100"/>
          </a:xfrm>
          <a:prstGeom prst="rect">
            <a:avLst/>
          </a:prstGeom>
          <a:solidFill>
            <a:srgbClr val="274E13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11%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03" name="Google Shape;40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2500" y="577325"/>
            <a:ext cx="2843025" cy="160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28" title="agri_0_618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9525" y="1971600"/>
            <a:ext cx="1750650" cy="175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8" title="png-transparent-underbrush-web-page-grass-subtilis.png"/>
          <p:cNvPicPr preferRelativeResize="0"/>
          <p:nvPr/>
        </p:nvPicPr>
        <p:blipFill rotWithShape="1">
          <a:blip r:embed="rId5">
            <a:alphaModFix/>
          </a:blip>
          <a:srcRect b="0" l="28239" r="32004" t="0"/>
          <a:stretch/>
        </p:blipFill>
        <p:spPr>
          <a:xfrm>
            <a:off x="882150" y="890575"/>
            <a:ext cx="1054279" cy="1415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8" title="Malezas-scaled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5200" y="2423577"/>
            <a:ext cx="1928166" cy="128545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28"/>
          <p:cNvSpPr/>
          <p:nvPr/>
        </p:nvSpPr>
        <p:spPr>
          <a:xfrm>
            <a:off x="2659675" y="1971600"/>
            <a:ext cx="1184700" cy="323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23046"/>
          </a:solidFill>
          <a:ln cap="flat" cmpd="sng" w="9525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08" name="Google Shape;408;p28" title="pngtree-circle-prohibited-sign-with-red-gradation-color-vector-png-image_7111879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9288" y="949925"/>
            <a:ext cx="1340000" cy="13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28" title="pngtree-circle-prohibited-sign-with-red-gradation-color-vector-png-image_7111879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9275" y="2396300"/>
            <a:ext cx="1340000" cy="13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28"/>
          <p:cNvSpPr/>
          <p:nvPr/>
        </p:nvSpPr>
        <p:spPr>
          <a:xfrm>
            <a:off x="6072375" y="2239300"/>
            <a:ext cx="2843100" cy="323100"/>
          </a:xfrm>
          <a:prstGeom prst="rect">
            <a:avLst/>
          </a:prstGeom>
          <a:solidFill>
            <a:srgbClr val="023046"/>
          </a:solidFill>
          <a:ln cap="flat" cmpd="sng" w="9525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0 0.478516 0.560547 0.847656 0.625000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&lt;class_id&gt; &lt;x_center&gt; &lt;y_center&gt; &lt;width&gt; &lt;height&gt;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1" name="Google Shape;411;p28"/>
          <p:cNvSpPr/>
          <p:nvPr/>
        </p:nvSpPr>
        <p:spPr>
          <a:xfrm>
            <a:off x="4060800" y="1272963"/>
            <a:ext cx="1928100" cy="375600"/>
          </a:xfrm>
          <a:prstGeom prst="rect">
            <a:avLst/>
          </a:prstGeom>
          <a:solidFill>
            <a:srgbClr val="023046"/>
          </a:solidFill>
          <a:ln cap="flat" cmpd="sng" w="9525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+45</a:t>
            </a:r>
            <a:r>
              <a:rPr lang="es-419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00 imágenes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9"/>
          <p:cNvSpPr txBox="1"/>
          <p:nvPr>
            <p:ph type="title"/>
          </p:nvPr>
        </p:nvSpPr>
        <p:spPr>
          <a:xfrm>
            <a:off x="307675" y="111122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latin typeface="Roboto Light"/>
                <a:ea typeface="Roboto Light"/>
                <a:cs typeface="Roboto Light"/>
                <a:sym typeface="Roboto Light"/>
              </a:rPr>
              <a:t>2.5 Modelos Clasificadores</a:t>
            </a:r>
            <a:endParaRPr sz="172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417" name="Google Shape;417;p29" title="diagrama-de-convolutional-neural-network.png"/>
          <p:cNvPicPr preferRelativeResize="0"/>
          <p:nvPr/>
        </p:nvPicPr>
        <p:blipFill rotWithShape="1">
          <a:blip r:embed="rId3">
            <a:alphaModFix/>
          </a:blip>
          <a:srcRect b="7578" l="0" r="0" t="0"/>
          <a:stretch/>
        </p:blipFill>
        <p:spPr>
          <a:xfrm>
            <a:off x="450450" y="949925"/>
            <a:ext cx="3921149" cy="2038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29" title="0_Lg8T0ghKhK9XAeW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140676"/>
            <a:ext cx="5029144" cy="1850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0"/>
          <p:cNvSpPr txBox="1"/>
          <p:nvPr>
            <p:ph type="title"/>
          </p:nvPr>
        </p:nvSpPr>
        <p:spPr>
          <a:xfrm>
            <a:off x="307675" y="111122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latin typeface="Roboto Light"/>
                <a:ea typeface="Roboto Light"/>
                <a:cs typeface="Roboto Light"/>
                <a:sym typeface="Roboto Light"/>
              </a:rPr>
              <a:t>2.5 Modelos Clasificadores</a:t>
            </a:r>
            <a:endParaRPr sz="172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424" name="Google Shape;424;p30" title="diagrama-de-convolutional-neural-network.png"/>
          <p:cNvPicPr preferRelativeResize="0"/>
          <p:nvPr/>
        </p:nvPicPr>
        <p:blipFill rotWithShape="1">
          <a:blip r:embed="rId3">
            <a:alphaModFix/>
          </a:blip>
          <a:srcRect b="7578" l="0" r="0" t="0"/>
          <a:stretch/>
        </p:blipFill>
        <p:spPr>
          <a:xfrm>
            <a:off x="450450" y="949925"/>
            <a:ext cx="3921149" cy="2038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0" title="0_Lg8T0ghKhK9XAeW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140676"/>
            <a:ext cx="5029144" cy="1850424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30"/>
          <p:cNvSpPr txBox="1"/>
          <p:nvPr/>
        </p:nvSpPr>
        <p:spPr>
          <a:xfrm>
            <a:off x="6312825" y="2124650"/>
            <a:ext cx="284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" name="Google Shape;427;p30"/>
          <p:cNvSpPr txBox="1"/>
          <p:nvPr/>
        </p:nvSpPr>
        <p:spPr>
          <a:xfrm>
            <a:off x="5816050" y="1707675"/>
            <a:ext cx="286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Cómo hacer un modelo?</a:t>
            </a:r>
            <a:endParaRPr sz="1800" u="sng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1"/>
          <p:cNvSpPr txBox="1"/>
          <p:nvPr>
            <p:ph type="title"/>
          </p:nvPr>
        </p:nvSpPr>
        <p:spPr>
          <a:xfrm>
            <a:off x="307675" y="111122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latin typeface="Roboto Light"/>
                <a:ea typeface="Roboto Light"/>
                <a:cs typeface="Roboto Light"/>
                <a:sym typeface="Roboto Light"/>
              </a:rPr>
              <a:t>2.5 Modelos Clasificadores</a:t>
            </a:r>
            <a:endParaRPr sz="172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433" name="Google Shape;433;p31" title="diagrama-de-convolutional-neural-network.png"/>
          <p:cNvPicPr preferRelativeResize="0"/>
          <p:nvPr/>
        </p:nvPicPr>
        <p:blipFill rotWithShape="1">
          <a:blip r:embed="rId3">
            <a:alphaModFix/>
          </a:blip>
          <a:srcRect b="7578" l="0" r="0" t="0"/>
          <a:stretch/>
        </p:blipFill>
        <p:spPr>
          <a:xfrm>
            <a:off x="450450" y="949925"/>
            <a:ext cx="3921149" cy="2038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31" title="0_Lg8T0ghKhK9XAeW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140676"/>
            <a:ext cx="5029144" cy="1850424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1"/>
          <p:cNvSpPr txBox="1"/>
          <p:nvPr/>
        </p:nvSpPr>
        <p:spPr>
          <a:xfrm>
            <a:off x="6312825" y="2124650"/>
            <a:ext cx="284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6" name="Google Shape;436;p31"/>
          <p:cNvSpPr txBox="1"/>
          <p:nvPr/>
        </p:nvSpPr>
        <p:spPr>
          <a:xfrm>
            <a:off x="5816050" y="1707675"/>
            <a:ext cx="286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Cómo hacer un modelo?</a:t>
            </a:r>
            <a:endParaRPr sz="1800" u="sng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37" name="Google Shape;437;p31" title="pngtree-red-cross-paint-clipart-transparent-background-vector-png-image_711061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38125" y="1456689"/>
            <a:ext cx="963650" cy="963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1" title="FHUFG2WXMAEnhGi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12375" y="2341325"/>
            <a:ext cx="3017449" cy="166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2"/>
          <p:cNvSpPr txBox="1"/>
          <p:nvPr>
            <p:ph type="title"/>
          </p:nvPr>
        </p:nvSpPr>
        <p:spPr>
          <a:xfrm>
            <a:off x="307675" y="111122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latin typeface="Roboto Light"/>
                <a:ea typeface="Roboto Light"/>
                <a:cs typeface="Roboto Light"/>
                <a:sym typeface="Roboto Light"/>
              </a:rPr>
              <a:t>2.5.1 </a:t>
            </a:r>
            <a:r>
              <a:rPr lang="es-419" sz="1420">
                <a:latin typeface="Roboto Light"/>
                <a:ea typeface="Roboto Light"/>
                <a:cs typeface="Roboto Light"/>
                <a:sym typeface="Roboto Light"/>
              </a:rPr>
              <a:t>YOLO, Faster R-CNN y SSD</a:t>
            </a:r>
            <a:endParaRPr sz="172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444" name="Google Shape;444;p32" title="202010021745-Imagen3.jpg"/>
          <p:cNvPicPr preferRelativeResize="0"/>
          <p:nvPr/>
        </p:nvPicPr>
        <p:blipFill rotWithShape="1">
          <a:blip r:embed="rId3">
            <a:alphaModFix/>
          </a:blip>
          <a:srcRect b="10714" l="0" r="0" t="0"/>
          <a:stretch/>
        </p:blipFill>
        <p:spPr>
          <a:xfrm>
            <a:off x="438067" y="2334850"/>
            <a:ext cx="4025283" cy="234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32" title="165709214218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5750" y="2586138"/>
            <a:ext cx="4375850" cy="1842643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32"/>
          <p:cNvSpPr txBox="1"/>
          <p:nvPr/>
        </p:nvSpPr>
        <p:spPr>
          <a:xfrm>
            <a:off x="5628025" y="1027625"/>
            <a:ext cx="1788300" cy="1015800"/>
          </a:xfrm>
          <a:prstGeom prst="rect">
            <a:avLst/>
          </a:prstGeom>
          <a:solidFill>
            <a:srgbClr val="023046"/>
          </a:solidFill>
          <a:ln cap="flat" cmpd="sng" w="9525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You Only Look Once (YOLO)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7" name="Google Shape;447;p32"/>
          <p:cNvSpPr txBox="1"/>
          <p:nvPr/>
        </p:nvSpPr>
        <p:spPr>
          <a:xfrm>
            <a:off x="595675" y="1027625"/>
            <a:ext cx="1788300" cy="1015800"/>
          </a:xfrm>
          <a:prstGeom prst="rect">
            <a:avLst/>
          </a:prstGeom>
          <a:solidFill>
            <a:srgbClr val="023046"/>
          </a:solidFill>
          <a:ln cap="flat" cmpd="sng" w="9525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Faster R-CNN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8" name="Google Shape;448;p32"/>
          <p:cNvSpPr txBox="1"/>
          <p:nvPr/>
        </p:nvSpPr>
        <p:spPr>
          <a:xfrm>
            <a:off x="2916838" y="1027625"/>
            <a:ext cx="2178300" cy="1015800"/>
          </a:xfrm>
          <a:prstGeom prst="rect">
            <a:avLst/>
          </a:prstGeom>
          <a:solidFill>
            <a:srgbClr val="023046"/>
          </a:solidFill>
          <a:ln cap="flat" cmpd="sng" w="9525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Single shot multibox detector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(SSD)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3"/>
          <p:cNvSpPr txBox="1"/>
          <p:nvPr>
            <p:ph type="title"/>
          </p:nvPr>
        </p:nvSpPr>
        <p:spPr>
          <a:xfrm>
            <a:off x="307675" y="111122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latin typeface="Roboto Light"/>
                <a:ea typeface="Roboto Light"/>
                <a:cs typeface="Roboto Light"/>
                <a:sym typeface="Roboto Light"/>
              </a:rPr>
              <a:t>2.5.1 YOLO, Faster R-CNN y SSD</a:t>
            </a:r>
            <a:endParaRPr sz="172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454" name="Google Shape;454;p33" title="202010021745-Imagen3.jpg"/>
          <p:cNvPicPr preferRelativeResize="0"/>
          <p:nvPr/>
        </p:nvPicPr>
        <p:blipFill rotWithShape="1">
          <a:blip r:embed="rId3">
            <a:alphaModFix/>
          </a:blip>
          <a:srcRect b="10714" l="0" r="0" t="0"/>
          <a:stretch/>
        </p:blipFill>
        <p:spPr>
          <a:xfrm>
            <a:off x="438067" y="2334850"/>
            <a:ext cx="4025283" cy="2345225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3"/>
          <p:cNvSpPr txBox="1"/>
          <p:nvPr/>
        </p:nvSpPr>
        <p:spPr>
          <a:xfrm>
            <a:off x="5628025" y="1027625"/>
            <a:ext cx="1788300" cy="1015800"/>
          </a:xfrm>
          <a:prstGeom prst="rect">
            <a:avLst/>
          </a:prstGeom>
          <a:solidFill>
            <a:srgbClr val="023046"/>
          </a:solidFill>
          <a:ln cap="flat" cmpd="sng" w="9525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You Only Look Once (YOLO)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6" name="Google Shape;456;p33"/>
          <p:cNvSpPr txBox="1"/>
          <p:nvPr/>
        </p:nvSpPr>
        <p:spPr>
          <a:xfrm>
            <a:off x="595675" y="1027625"/>
            <a:ext cx="1788300" cy="1015800"/>
          </a:xfrm>
          <a:prstGeom prst="rect">
            <a:avLst/>
          </a:prstGeom>
          <a:solidFill>
            <a:srgbClr val="023046"/>
          </a:solidFill>
          <a:ln cap="flat" cmpd="sng" w="9525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Faster R-CNN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" name="Google Shape;457;p33"/>
          <p:cNvSpPr txBox="1"/>
          <p:nvPr/>
        </p:nvSpPr>
        <p:spPr>
          <a:xfrm>
            <a:off x="2916838" y="1027625"/>
            <a:ext cx="2178300" cy="1015800"/>
          </a:xfrm>
          <a:prstGeom prst="rect">
            <a:avLst/>
          </a:prstGeom>
          <a:solidFill>
            <a:srgbClr val="023046"/>
          </a:solidFill>
          <a:ln cap="flat" cmpd="sng" w="9525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Single shot multibox detector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(SSD)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58" name="Google Shape;458;p33" title="165709214218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5750" y="2586138"/>
            <a:ext cx="4375850" cy="1842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33" title="Crown_PNG_Transparent_Imag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41766" y="473400"/>
            <a:ext cx="960824" cy="5540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33"/>
          <p:cNvSpPr txBox="1"/>
          <p:nvPr/>
        </p:nvSpPr>
        <p:spPr>
          <a:xfrm>
            <a:off x="7455500" y="736750"/>
            <a:ext cx="1585800" cy="492600"/>
          </a:xfrm>
          <a:prstGeom prst="rect">
            <a:avLst/>
          </a:prstGeom>
          <a:solidFill>
            <a:srgbClr val="023046"/>
          </a:solidFill>
          <a:ln cap="flat" cmpd="sng" w="9525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El </a:t>
            </a:r>
            <a:r>
              <a:rPr lang="es-419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más</a:t>
            </a:r>
            <a:r>
              <a:rPr lang="es-419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r</a:t>
            </a:r>
            <a:r>
              <a:rPr lang="es-419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ápido, ideal para respuesta en tiempo real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1" name="Google Shape;461;p33"/>
          <p:cNvSpPr txBox="1"/>
          <p:nvPr/>
        </p:nvSpPr>
        <p:spPr>
          <a:xfrm>
            <a:off x="7455500" y="1369475"/>
            <a:ext cx="1585800" cy="338700"/>
          </a:xfrm>
          <a:prstGeom prst="rect">
            <a:avLst/>
          </a:prstGeom>
          <a:solidFill>
            <a:srgbClr val="023046"/>
          </a:solidFill>
          <a:ln cap="flat" cmpd="sng" w="9525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Una sola etapa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2" name="Google Shape;462;p33"/>
          <p:cNvSpPr txBox="1"/>
          <p:nvPr/>
        </p:nvSpPr>
        <p:spPr>
          <a:xfrm>
            <a:off x="7455500" y="1848300"/>
            <a:ext cx="1585800" cy="338700"/>
          </a:xfrm>
          <a:prstGeom prst="rect">
            <a:avLst/>
          </a:prstGeom>
          <a:solidFill>
            <a:srgbClr val="023046"/>
          </a:solidFill>
          <a:ln cap="flat" cmpd="sng" w="9525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Muy buena </a:t>
            </a:r>
            <a:r>
              <a:rPr lang="es-419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precisión</a:t>
            </a:r>
            <a:r>
              <a:rPr lang="es-419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4"/>
          <p:cNvSpPr txBox="1"/>
          <p:nvPr>
            <p:ph type="title"/>
          </p:nvPr>
        </p:nvSpPr>
        <p:spPr>
          <a:xfrm>
            <a:off x="307675" y="111122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latin typeface="Roboto Light"/>
                <a:ea typeface="Roboto Light"/>
                <a:cs typeface="Roboto Light"/>
                <a:sym typeface="Roboto Light"/>
              </a:rPr>
              <a:t>2.6 Resultados y </a:t>
            </a:r>
            <a:r>
              <a:rPr lang="es-419" sz="1420">
                <a:latin typeface="Roboto Light"/>
                <a:ea typeface="Roboto Light"/>
                <a:cs typeface="Roboto Light"/>
                <a:sym typeface="Roboto Light"/>
              </a:rPr>
              <a:t>evaluación</a:t>
            </a:r>
            <a:r>
              <a:rPr lang="es-419" sz="1420"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endParaRPr sz="172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68" name="Google Shape;468;p34"/>
          <p:cNvSpPr txBox="1"/>
          <p:nvPr/>
        </p:nvSpPr>
        <p:spPr>
          <a:xfrm>
            <a:off x="4116325" y="2975025"/>
            <a:ext cx="22800" cy="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9" name="Google Shape;469;p34"/>
          <p:cNvSpPr txBox="1"/>
          <p:nvPr>
            <p:ph type="title"/>
          </p:nvPr>
        </p:nvSpPr>
        <p:spPr>
          <a:xfrm>
            <a:off x="3374200" y="2249425"/>
            <a:ext cx="1579200" cy="406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600"/>
              <a:t>YOLOv6</a:t>
            </a:r>
            <a:endParaRPr sz="172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70" name="Google Shape;470;p34"/>
          <p:cNvSpPr txBox="1"/>
          <p:nvPr>
            <p:ph type="title"/>
          </p:nvPr>
        </p:nvSpPr>
        <p:spPr>
          <a:xfrm>
            <a:off x="1647250" y="2843163"/>
            <a:ext cx="1579200" cy="406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600"/>
              <a:t>YOLOv4</a:t>
            </a:r>
            <a:endParaRPr sz="172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71" name="Google Shape;471;p34"/>
          <p:cNvSpPr txBox="1"/>
          <p:nvPr>
            <p:ph type="title"/>
          </p:nvPr>
        </p:nvSpPr>
        <p:spPr>
          <a:xfrm>
            <a:off x="5824675" y="3908575"/>
            <a:ext cx="1579200" cy="406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600"/>
              <a:t>YOLOv8x</a:t>
            </a:r>
            <a:endParaRPr sz="172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72" name="Google Shape;472;p34"/>
          <p:cNvSpPr txBox="1"/>
          <p:nvPr>
            <p:ph type="title"/>
          </p:nvPr>
        </p:nvSpPr>
        <p:spPr>
          <a:xfrm>
            <a:off x="529225" y="3697850"/>
            <a:ext cx="1579200" cy="406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600"/>
              <a:t>YOLOv11</a:t>
            </a:r>
            <a:endParaRPr sz="172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73" name="Google Shape;473;p34"/>
          <p:cNvSpPr txBox="1"/>
          <p:nvPr>
            <p:ph type="title"/>
          </p:nvPr>
        </p:nvSpPr>
        <p:spPr>
          <a:xfrm>
            <a:off x="3687050" y="3202275"/>
            <a:ext cx="1579200" cy="406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600"/>
              <a:t>YOLOv9</a:t>
            </a:r>
            <a:endParaRPr sz="172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74" name="Google Shape;474;p34"/>
          <p:cNvSpPr txBox="1"/>
          <p:nvPr>
            <p:ph type="title"/>
          </p:nvPr>
        </p:nvSpPr>
        <p:spPr>
          <a:xfrm>
            <a:off x="5642750" y="2197300"/>
            <a:ext cx="1579200" cy="406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600"/>
              <a:t>YOLOv8s</a:t>
            </a:r>
            <a:endParaRPr sz="172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75" name="Google Shape;475;p34"/>
          <p:cNvSpPr txBox="1"/>
          <p:nvPr>
            <p:ph type="title"/>
          </p:nvPr>
        </p:nvSpPr>
        <p:spPr>
          <a:xfrm>
            <a:off x="3629125" y="949925"/>
            <a:ext cx="1579200" cy="406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600"/>
              <a:t>YOLOv8L</a:t>
            </a:r>
            <a:endParaRPr sz="172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76" name="Google Shape;476;p34"/>
          <p:cNvSpPr txBox="1"/>
          <p:nvPr>
            <p:ph type="title"/>
          </p:nvPr>
        </p:nvSpPr>
        <p:spPr>
          <a:xfrm>
            <a:off x="750775" y="1988475"/>
            <a:ext cx="1579200" cy="406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600"/>
              <a:t>YOLOv8n</a:t>
            </a:r>
            <a:endParaRPr sz="172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77" name="Google Shape;477;p34"/>
          <p:cNvSpPr txBox="1"/>
          <p:nvPr>
            <p:ph type="title"/>
          </p:nvPr>
        </p:nvSpPr>
        <p:spPr>
          <a:xfrm>
            <a:off x="6001025" y="1056425"/>
            <a:ext cx="1579200" cy="406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600"/>
              <a:t>YOLOv5</a:t>
            </a:r>
            <a:endParaRPr sz="172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78" name="Google Shape;478;p34"/>
          <p:cNvSpPr txBox="1"/>
          <p:nvPr>
            <p:ph type="title"/>
          </p:nvPr>
        </p:nvSpPr>
        <p:spPr>
          <a:xfrm>
            <a:off x="644725" y="1056425"/>
            <a:ext cx="1579200" cy="406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600"/>
              <a:t>YOLOv3</a:t>
            </a:r>
            <a:endParaRPr sz="1720"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5"/>
          <p:cNvSpPr txBox="1"/>
          <p:nvPr>
            <p:ph type="title"/>
          </p:nvPr>
        </p:nvSpPr>
        <p:spPr>
          <a:xfrm>
            <a:off x="307675" y="111122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latin typeface="Roboto Light"/>
                <a:ea typeface="Roboto Light"/>
                <a:cs typeface="Roboto Light"/>
                <a:sym typeface="Roboto Light"/>
              </a:rPr>
              <a:t>2.6 Resultados y evaluación </a:t>
            </a:r>
            <a:endParaRPr sz="172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84" name="Google Shape;484;p35"/>
          <p:cNvSpPr txBox="1"/>
          <p:nvPr>
            <p:ph type="title"/>
          </p:nvPr>
        </p:nvSpPr>
        <p:spPr>
          <a:xfrm>
            <a:off x="3629125" y="949925"/>
            <a:ext cx="1579200" cy="406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600"/>
              <a:t>YOLOv8L</a:t>
            </a:r>
            <a:endParaRPr sz="172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85" name="Google Shape;485;p35"/>
          <p:cNvSpPr txBox="1"/>
          <p:nvPr>
            <p:ph type="title"/>
          </p:nvPr>
        </p:nvSpPr>
        <p:spPr>
          <a:xfrm>
            <a:off x="762775" y="1612150"/>
            <a:ext cx="7311900" cy="495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600"/>
              <a:t>Se priorizó la precisión en la detección por encima del rendimiento computacional y la velocidad.</a:t>
            </a:r>
            <a:endParaRPr sz="172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486" name="Google Shape;486;p35" title="val_batch0_label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8325" y="2267750"/>
            <a:ext cx="2730950" cy="273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35" title="val_batch1_labels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8175" y="2321000"/>
            <a:ext cx="2730950" cy="273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6"/>
          <p:cNvSpPr txBox="1"/>
          <p:nvPr>
            <p:ph type="title"/>
          </p:nvPr>
        </p:nvSpPr>
        <p:spPr>
          <a:xfrm>
            <a:off x="307675" y="111122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latin typeface="Roboto Light"/>
                <a:ea typeface="Roboto Light"/>
                <a:cs typeface="Roboto Light"/>
                <a:sym typeface="Roboto Light"/>
              </a:rPr>
              <a:t>2.6 Resultados y evaluación </a:t>
            </a:r>
            <a:endParaRPr sz="172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493" name="Google Shape;493;p36" title="result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1863" y="1726225"/>
            <a:ext cx="6560276" cy="3280125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36"/>
          <p:cNvSpPr txBox="1"/>
          <p:nvPr>
            <p:ph type="title"/>
          </p:nvPr>
        </p:nvSpPr>
        <p:spPr>
          <a:xfrm>
            <a:off x="916050" y="980625"/>
            <a:ext cx="7311900" cy="495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600"/>
              <a:t>Progresiva </a:t>
            </a:r>
            <a:r>
              <a:rPr lang="es-419" sz="1600"/>
              <a:t>disminución</a:t>
            </a:r>
            <a:r>
              <a:rPr lang="es-419" sz="1600"/>
              <a:t> de las </a:t>
            </a:r>
            <a:r>
              <a:rPr lang="es-419" sz="1600"/>
              <a:t>pérdidas</a:t>
            </a:r>
            <a:r>
              <a:rPr lang="es-419" sz="1600"/>
              <a:t> y aumento sostenido de </a:t>
            </a:r>
            <a:r>
              <a:rPr lang="es-419" sz="1600"/>
              <a:t>precisión</a:t>
            </a:r>
            <a:r>
              <a:rPr lang="es-419" sz="1600"/>
              <a:t>, recall y mAP </a:t>
            </a:r>
            <a:endParaRPr sz="1720"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7" title="confusion_matri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4958" y="-19625"/>
            <a:ext cx="6884142" cy="5163126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7"/>
          <p:cNvSpPr/>
          <p:nvPr/>
        </p:nvSpPr>
        <p:spPr>
          <a:xfrm>
            <a:off x="5166325" y="2092400"/>
            <a:ext cx="966300" cy="7989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1" name="Google Shape;501;p37"/>
          <p:cNvSpPr/>
          <p:nvPr/>
        </p:nvSpPr>
        <p:spPr>
          <a:xfrm>
            <a:off x="3667625" y="2092400"/>
            <a:ext cx="966300" cy="798900"/>
          </a:xfrm>
          <a:prstGeom prst="ellipse">
            <a:avLst/>
          </a:prstGeom>
          <a:noFill/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" name="Google Shape;502;p37"/>
          <p:cNvSpPr/>
          <p:nvPr/>
        </p:nvSpPr>
        <p:spPr>
          <a:xfrm>
            <a:off x="2138500" y="578475"/>
            <a:ext cx="966300" cy="798900"/>
          </a:xfrm>
          <a:prstGeom prst="ellipse">
            <a:avLst/>
          </a:prstGeom>
          <a:noFill/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38"/>
          <p:cNvSpPr/>
          <p:nvPr/>
        </p:nvSpPr>
        <p:spPr>
          <a:xfrm>
            <a:off x="5242850" y="1184600"/>
            <a:ext cx="2980500" cy="1314600"/>
          </a:xfrm>
          <a:prstGeom prst="rect">
            <a:avLst/>
          </a:prstGeom>
          <a:solidFill>
            <a:srgbClr val="052F6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8" name="Google Shape;508;p38"/>
          <p:cNvSpPr txBox="1"/>
          <p:nvPr>
            <p:ph type="title"/>
          </p:nvPr>
        </p:nvSpPr>
        <p:spPr>
          <a:xfrm>
            <a:off x="307675" y="111122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s-419" sz="1820">
                <a:latin typeface="Roboto Light"/>
                <a:ea typeface="Roboto Light"/>
                <a:cs typeface="Roboto Light"/>
                <a:sym typeface="Roboto Light"/>
              </a:rPr>
              <a:t>Detección Automática de Malezas en Imágenes de Plantas</a:t>
            </a:r>
            <a:endParaRPr sz="172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09" name="Google Shape;509;p38"/>
          <p:cNvSpPr txBox="1"/>
          <p:nvPr/>
        </p:nvSpPr>
        <p:spPr>
          <a:xfrm>
            <a:off x="307675" y="839838"/>
            <a:ext cx="4082700" cy="4250100"/>
          </a:xfrm>
          <a:prstGeom prst="rect">
            <a:avLst/>
          </a:prstGeom>
          <a:solidFill>
            <a:srgbClr val="052F6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8770" lvl="0" marL="457200" marR="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Clr>
                <a:schemeClr val="lt1"/>
              </a:buClr>
              <a:buSzPts val="1420"/>
              <a:buFont typeface="Roboto Light"/>
              <a:buAutoNum type="arabicPeriod"/>
            </a:pPr>
            <a:r>
              <a:rPr lang="es-419" sz="142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Problema</a:t>
            </a:r>
            <a:endParaRPr sz="142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285750" marR="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1.1 Motivación</a:t>
            </a:r>
            <a:endParaRPr sz="142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285750" marR="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1.2 Introducción </a:t>
            </a:r>
            <a:endParaRPr sz="142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285750" marR="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1.3 Objetivos</a:t>
            </a:r>
            <a:endParaRPr sz="142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285750" marR="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1.4 Desafíos</a:t>
            </a:r>
            <a:endParaRPr sz="142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2.      Solución </a:t>
            </a:r>
            <a:endParaRPr sz="142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2.1 Arquitectura y herramientas</a:t>
            </a:r>
            <a:endParaRPr sz="142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2.2 Dónde entra la RI?</a:t>
            </a:r>
            <a:endParaRPr sz="142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2.3 Redes Neuronales</a:t>
            </a:r>
            <a:endParaRPr sz="142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2.4 Datasets</a:t>
            </a:r>
            <a:endParaRPr sz="142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2.5 Modelos clasificadores</a:t>
            </a:r>
            <a:endParaRPr sz="142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	2.5.1 YOLO, Faster R-CNN y SSD</a:t>
            </a:r>
            <a:endParaRPr sz="142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2.6 Resultados y evaluación </a:t>
            </a:r>
            <a:endParaRPr sz="142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solidFill>
                  <a:srgbClr val="FFFF00"/>
                </a:solidFill>
                <a:latin typeface="Roboto Light"/>
                <a:ea typeface="Roboto Light"/>
                <a:cs typeface="Roboto Light"/>
                <a:sym typeface="Roboto Light"/>
              </a:rPr>
              <a:t>3.      Conclusiones</a:t>
            </a:r>
            <a:endParaRPr sz="1420">
              <a:solidFill>
                <a:srgbClr val="FFFF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10" name="Google Shape;510;p38" title="problema-solucio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9975" y="1250150"/>
            <a:ext cx="2809452" cy="1170150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38"/>
          <p:cNvSpPr/>
          <p:nvPr/>
        </p:nvSpPr>
        <p:spPr>
          <a:xfrm>
            <a:off x="4572000" y="2896550"/>
            <a:ext cx="2285100" cy="1742100"/>
          </a:xfrm>
          <a:prstGeom prst="rect">
            <a:avLst/>
          </a:prstGeom>
          <a:solidFill>
            <a:srgbClr val="052F6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12" name="Google Shape;512;p38" title="diente-de-leon-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9838" y="2980150"/>
            <a:ext cx="2104866" cy="157865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38"/>
          <p:cNvSpPr/>
          <p:nvPr/>
        </p:nvSpPr>
        <p:spPr>
          <a:xfrm>
            <a:off x="6855450" y="3553825"/>
            <a:ext cx="802500" cy="46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23046"/>
          </a:solidFill>
          <a:ln cap="flat" cmpd="sng" w="9525">
            <a:solidFill>
              <a:srgbClr val="023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4" name="Google Shape;514;p38"/>
          <p:cNvSpPr/>
          <p:nvPr/>
        </p:nvSpPr>
        <p:spPr>
          <a:xfrm>
            <a:off x="5563850" y="3072350"/>
            <a:ext cx="1039500" cy="1253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Google Shape;515;p38"/>
          <p:cNvSpPr/>
          <p:nvPr/>
        </p:nvSpPr>
        <p:spPr>
          <a:xfrm>
            <a:off x="4715500" y="3164050"/>
            <a:ext cx="1039500" cy="1253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16" name="Google Shape;516;p38" title="Flat_tick_icon.svg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48700" y="3350079"/>
            <a:ext cx="838799" cy="838799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38"/>
          <p:cNvSpPr txBox="1"/>
          <p:nvPr/>
        </p:nvSpPr>
        <p:spPr>
          <a:xfrm>
            <a:off x="7678950" y="4138750"/>
            <a:ext cx="97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Maleza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9"/>
          <p:cNvSpPr txBox="1"/>
          <p:nvPr>
            <p:ph type="title"/>
          </p:nvPr>
        </p:nvSpPr>
        <p:spPr>
          <a:xfrm>
            <a:off x="307675" y="111122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285750" rtl="0" algn="l">
              <a:lnSpc>
                <a:spcPct val="8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s-419" sz="1420">
                <a:latin typeface="Roboto Light"/>
                <a:ea typeface="Roboto Light"/>
                <a:cs typeface="Roboto Light"/>
                <a:sym typeface="Roboto Light"/>
              </a:rPr>
              <a:t>3</a:t>
            </a:r>
            <a:r>
              <a:rPr lang="es-419" sz="1420">
                <a:latin typeface="Roboto Light"/>
                <a:ea typeface="Roboto Light"/>
                <a:cs typeface="Roboto Light"/>
                <a:sym typeface="Roboto Light"/>
              </a:rPr>
              <a:t>. Conclusiones</a:t>
            </a:r>
            <a:endParaRPr sz="172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23" name="Google Shape;523;p39"/>
          <p:cNvSpPr/>
          <p:nvPr/>
        </p:nvSpPr>
        <p:spPr>
          <a:xfrm>
            <a:off x="1179000" y="1116775"/>
            <a:ext cx="7234200" cy="3469500"/>
          </a:xfrm>
          <a:prstGeom prst="rect">
            <a:avLst/>
          </a:prstGeom>
          <a:solidFill>
            <a:srgbClr val="052F6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YOLOv8L logró altos niveles de precisión (94.2), y recall (91.4)</a:t>
            </a:r>
            <a:br>
              <a:rPr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El modelo es adecuado para tareas de clasificación en campo</a:t>
            </a:r>
            <a:br>
              <a:rPr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Futuras mejoras pueden incluir aumento de datos, nuevos escenarios</a:t>
            </a:r>
            <a:br>
              <a:rPr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El modelo detecta correctamente </a:t>
            </a:r>
            <a:r>
              <a:rPr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múltiples</a:t>
            </a:r>
            <a:r>
              <a:rPr lang="es-41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objetos con alta confianza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40"/>
          <p:cNvSpPr txBox="1"/>
          <p:nvPr>
            <p:ph type="title"/>
          </p:nvPr>
        </p:nvSpPr>
        <p:spPr>
          <a:xfrm>
            <a:off x="490250" y="1878625"/>
            <a:ext cx="5618700" cy="128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 PREGUNTAS ?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41"/>
          <p:cNvSpPr txBox="1"/>
          <p:nvPr>
            <p:ph type="title"/>
          </p:nvPr>
        </p:nvSpPr>
        <p:spPr>
          <a:xfrm>
            <a:off x="308450" y="980925"/>
            <a:ext cx="7751400" cy="101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MUCHAS GRACIAS</a:t>
            </a:r>
            <a:endParaRPr/>
          </a:p>
        </p:txBody>
      </p:sp>
      <p:sp>
        <p:nvSpPr>
          <p:cNvPr id="534" name="Google Shape;534;p41"/>
          <p:cNvSpPr txBox="1"/>
          <p:nvPr>
            <p:ph type="title"/>
          </p:nvPr>
        </p:nvSpPr>
        <p:spPr>
          <a:xfrm>
            <a:off x="56700" y="2307100"/>
            <a:ext cx="9030600" cy="161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28575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latin typeface="Century Gothic"/>
                <a:ea typeface="Century Gothic"/>
                <a:cs typeface="Century Gothic"/>
                <a:sym typeface="Century Gothic"/>
              </a:rPr>
              <a:t>Integrantes: 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0015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latin typeface="Century Gothic"/>
                <a:ea typeface="Century Gothic"/>
                <a:cs typeface="Century Gothic"/>
                <a:sym typeface="Century Gothic"/>
              </a:rPr>
              <a:t>Matías Forcelledo,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0015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latin typeface="Century Gothic"/>
                <a:ea typeface="Century Gothic"/>
                <a:cs typeface="Century Gothic"/>
                <a:sym typeface="Century Gothic"/>
              </a:rPr>
              <a:t>Guzman Pieroni, 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20015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latin typeface="Century Gothic"/>
                <a:ea typeface="Century Gothic"/>
                <a:cs typeface="Century Gothic"/>
                <a:sym typeface="Century Gothic"/>
              </a:rPr>
              <a:t>Juan Cabrera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